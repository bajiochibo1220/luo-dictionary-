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self-contained presentation. Screenshots use labelled practice details from actual application components; they are not live-account acceptance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one presentation</a:t>
            </a:r>
          </a:p>
          <a:p/>
          <a:p>
            <a:r>
              <a:t>1. This file contains all user roles. You do not need another guide, a ZIP file or a folder of screenshots to read it.</a:t>
            </a:r>
          </a:p>
          <a:p/>
          <a:p>
            <a:r>
              <a:t>2. Read the common steps first. Then use Contents to open the section for the work you have actually been assigned.</a:t>
            </a:r>
          </a:p>
          <a:p/>
          <a:p>
            <a:r>
              <a:t>3. The screenshots use practice details. Your own names, records and menus may look different. Use approved practice material when trying a task.</a:t>
            </a:r>
          </a:p>
          <a:p/>
          <a:p>
            <a:r>
              <a:t>Expected result: Use the PDF for easy reading on a phone or computer. The PowerPoint contains the same slides.</a:t>
            </a:r>
          </a:p>
          <a:p/>
          <a:p>
            <a:r>
              <a:t>Important: Never publish, remove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buttons link within this presentation. No separate files are needed. Slide numbers also work when a viewer does not support clickable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library on a phone</a:t>
            </a:r>
          </a:p>
          <a:p/>
          <a:p>
            <a:r>
              <a:t>1. Open a collection, such as Muma (Dictionary), from the menu.</a:t>
            </a:r>
          </a:p>
          <a:p/>
          <a:p>
            <a:r>
              <a:t>2. Use the picture, headphones, video or page icon to choose a type of content. The four-square icon shows all types.</a:t>
            </a:r>
          </a:p>
          <a:p/>
          <a:p>
            <a:r>
              <a:t>3. Choose the list or grid button to change the view. Scroll the entries below the controls.</a:t>
            </a:r>
          </a:p>
          <a:p/>
          <a:p>
            <a:r>
              <a:t>Expected result: The collection shows entries matching your chosen filter.</a:t>
            </a:r>
          </a:p>
          <a:p/>
          <a:p>
            <a:r>
              <a:t>Important: An empty result can mean there are no published entries of that type. Try All.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your access and saved chats</a:t>
            </a:r>
          </a:p>
          <a:p/>
          <a:p>
            <a:r>
              <a:t>1. Open the account menu and choose My account &amp; saved chats.</a:t>
            </a:r>
          </a:p>
          <a:p/>
          <a:p>
            <a:r>
              <a:t>2. Read My access to check your assigned role. Open a chat from Recent or Archived.</a:t>
            </a:r>
          </a:p>
          <a:p/>
          <a:p>
            <a:r>
              <a:t>3. For your name, sessions or notifications, open Profile, sessions &amp; notifications from the menu.</a:t>
            </a:r>
          </a:p>
          <a:p/>
          <a:p>
            <a:r>
              <a:t>Expected result: You can find your own account details and earlier conversations.</a:t>
            </a:r>
          </a:p>
          <a:p/>
          <a:p>
            <a:r>
              <a:t>Important: Choosing an interest such as teacher or researcher does not give staff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pictures, audio or documents</a:t>
            </a:r>
          </a:p>
          <a:p/>
          <a:p>
            <a:r>
              <a:t>1. Find Media and transcripts. Choose a file under the matching type.</a:t>
            </a:r>
          </a:p>
          <a:p/>
          <a:p>
            <a:r>
              <a:t>2. For an oral history, confirm permission before choosing Start recording. Stop when finished.</a:t>
            </a:r>
          </a:p>
          <a:p/>
          <a:p>
            <a:r>
              <a:t>3. Check that the correct files are selected. Keep the app open while an upload is in progress.</a:t>
            </a:r>
          </a:p>
          <a:p/>
          <a:p>
            <a:r>
              <a:t>Expected result: The selected files stay with the contribution when it is saved successfully.</a:t>
            </a:r>
          </a:p>
          <a:p/>
          <a:p>
            <a:r>
              <a:t>Important: If microphone access is refused, allow it in your device settings or attach an existing recording.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the three save choices</a:t>
            </a:r>
          </a:p>
          <a:p/>
          <a:p>
            <a:r>
              <a:t>1. Save on this device keeps a local copy, including selected files. It does not submit your work.</a:t>
            </a:r>
          </a:p>
          <a:p/>
          <a:p>
            <a:r>
              <a:t>2. Save private draft saves an online draft for your account. You need a connection.</a:t>
            </a:r>
          </a:p>
          <a:p/>
          <a:p>
            <a:r>
              <a:t>3. Submit for reviewer sends the contribution for checking. Wait for confirmation before leaving.</a:t>
            </a:r>
          </a:p>
          <a:p/>
          <a:p>
            <a:r>
              <a:t>Expected result: You know whether the work is on this device, saved online, or sent for review.</a:t>
            </a:r>
          </a:p>
          <a:p/>
          <a:p>
            <a:r>
              <a:t>Important: Clearing browser or app data can remove local drafts. Save again after making changes.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lesson and keep your progress</a:t>
            </a:r>
          </a:p>
          <a:p/>
          <a:p>
            <a:r>
              <a:t>1. Choose Lessons, games &amp; calendar. Open a published lesson.</a:t>
            </a:r>
          </a:p>
          <a:p/>
          <a:p>
            <a:r>
              <a:t>2. Read the lesson and answer its questions. Choose Finish &amp; save progress.</a:t>
            </a:r>
          </a:p>
          <a:p/>
          <a:p>
            <a:r>
              <a:t>3. Read the result and feedback. Sign in with the same account on another device to keep your learning together.</a:t>
            </a:r>
          </a:p>
          <a:p/>
          <a:p>
            <a:r>
              <a:t>Expected result: You see a saved result or a message saying the attempt is waiting to go online.</a:t>
            </a:r>
          </a:p>
          <a:p/>
          <a:p>
            <a:r>
              <a:t>Important: A score helps you learn; it does not replace a teacher’s review.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to study without internet</a:t>
            </a:r>
          </a:p>
          <a:p/>
          <a:p>
            <a:r>
              <a:t>1. While connected, open a lesson that allows downloads. Choose Download text for offline use.</a:t>
            </a:r>
          </a:p>
          <a:p/>
          <a:p>
            <a:r>
              <a:t>2. Keep using the same browser or app profile. Downloaded text can be read without internet for up to seven days.</a:t>
            </a:r>
          </a:p>
          <a:p/>
          <a:p>
            <a:r>
              <a:t>3. Reconnect and choose Refresh &amp; sync. Keep the app open until waiting attempts have been saved online.</a:t>
            </a:r>
          </a:p>
          <a:p/>
          <a:p>
            <a:r>
              <a:t>Expected result: Permitted lesson text is available offline and saved attempts can synchronize later.</a:t>
            </a:r>
          </a:p>
          <a:p/>
          <a:p>
            <a:r>
              <a:t>Important: These downloads contain text, not the audio or video files. Some lessons cannot be downloaded.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 a learning course</a:t>
            </a:r>
          </a:p>
          <a:p/>
          <a:p>
            <a:r>
              <a:t>1. Open Learning pathways &amp; courses. Choose a published course and read its description.</a:t>
            </a:r>
          </a:p>
          <a:p/>
          <a:p>
            <a:r>
              <a:t>2. Open the course and enroll using the button shown. Start with the available lesson.</a:t>
            </a:r>
          </a:p>
          <a:p/>
          <a:p>
            <a:r>
              <a:t>3. Use My enrollments to return later. If lessons are locked, complete the earlier lesson and required score first.</a:t>
            </a:r>
          </a:p>
          <a:p/>
          <a:p>
            <a:r>
              <a:t>Expected result: The course appears among your enrollments and shows your lesson progress.</a:t>
            </a:r>
          </a:p>
          <a:p/>
          <a:p>
            <a:r>
              <a:t>Important: If no courses are available, ask your teacher which published course to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 a class with your teacher’s code</a:t>
            </a:r>
          </a:p>
          <a:p/>
          <a:p>
            <a:r>
              <a:t>1. Sign in. Open Teaching &amp; my classes and choose My classes.</a:t>
            </a:r>
          </a:p>
          <a:p/>
          <a:p>
            <a:r>
              <a:t>2. Ask your teacher for a current code. Enter it under Join a class, then choose Join class.</a:t>
            </a:r>
          </a:p>
          <a:p/>
          <a:p>
            <a:r>
              <a:t>3. Open the class and read its assignments. Use your own account for all submissions.</a:t>
            </a:r>
          </a:p>
          <a:p/>
          <a:p>
            <a:r>
              <a:t>Expected result: Your class appears in My classes.</a:t>
            </a:r>
          </a:p>
          <a:p/>
          <a:p>
            <a:r>
              <a:t>Important: Class codes expire after seven days and may be replaced earlier. Ask for a new code if needed.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AI chatbot a clear question</a:t>
            </a:r>
          </a:p>
          <a:p/>
          <a:p>
            <a:r>
              <a:t>1. Open Chat or Chatbot. Choose your answer language and read the processing permission notice.</a:t>
            </a:r>
          </a:p>
          <a:p/>
          <a:p>
            <a:r>
              <a:t>2. If you agree, allow AI processing. Ask one clear question and wait for the response.</a:t>
            </a:r>
          </a:p>
          <a:p/>
          <a:p>
            <a:r>
              <a:t>3. Open any sources provided. Ask a follow-up question if you need a simpler explanation.</a:t>
            </a:r>
          </a:p>
          <a:p/>
          <a:p>
            <a:r>
              <a:t>Expected result: You can read an answer and inspect any linked sources.</a:t>
            </a:r>
          </a:p>
          <a:p/>
          <a:p>
            <a:r>
              <a:t>Important: AI can make mistakes. Do not enter private interviews, passwords or learners’ personal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members</a:t>
            </a:r>
          </a:p>
          <a:p/>
          <a:p>
            <a:r>
              <a:t>1. You will be able to find cultural material, ask questions and submit your own contribution.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community account</a:t>
            </a:r>
          </a:p>
          <a:p/>
          <a:p>
            <a:r>
              <a:t>1. Choose Create new account from the sign-in screen. Enter your name, email and date of birth.</a:t>
            </a:r>
          </a:p>
          <a:p/>
          <a:p>
            <a:r>
              <a:t>2. Choose your language and interests. Read and accept the Terms and Privacy Policy.</a:t>
            </a:r>
          </a:p>
          <a:p/>
          <a:p>
            <a:r>
              <a:t>3. Set your password and submit. If approval is required, wait for confirmation before signing in.</a:t>
            </a:r>
          </a:p>
          <a:p/>
          <a:p>
            <a:r>
              <a:t>Expected result: Your account is created or clearly marked as awaiting approval.</a:t>
            </a:r>
          </a:p>
          <a:p/>
          <a:p>
            <a:r>
              <a:t>Important: You can choose Google registration if offered, then complete any requested profile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your way around</a:t>
            </a:r>
          </a:p>
          <a:p/>
          <a:p>
            <a:r>
              <a:t>1. Open the menu on the left. On a phone, use the menu button first.</a:t>
            </a:r>
          </a:p>
          <a:p/>
          <a:p>
            <a:r>
              <a:t>2. Choose a collection such as Muma, Ngero or stories. The smaller label explains its content.</a:t>
            </a:r>
          </a:p>
          <a:p/>
          <a:p>
            <a:r>
              <a:t>3. Use the same menu for lessons, courses, saved items, contributions and your account.</a:t>
            </a:r>
          </a:p>
          <a:p/>
          <a:p>
            <a:r>
              <a:t>Expected result: You can return to a collection or personal screen without starting again.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a word in the public dictionary</a:t>
            </a:r>
          </a:p>
          <a:p/>
          <a:p>
            <a:r>
              <a:t>1. On the public website, open the dictionary page and find its search box.</a:t>
            </a:r>
          </a:p>
          <a:p/>
          <a:p>
            <a:r>
              <a:t>2. Enter a Dholuo word or an English or Kiswahili meaning. Wait for the results, then read the relevant entry.</a:t>
            </a:r>
          </a:p>
          <a:p/>
          <a:p>
            <a:r>
              <a:t>3. If there is no result, check spelling or try another word. A missing published entry is not proof that the word does not exist.</a:t>
            </a:r>
          </a:p>
          <a:p/>
          <a:p>
            <a:r>
              <a:t>Expected result: You can use the dictionary search where it is offered.</a:t>
            </a:r>
          </a:p>
          <a:p/>
          <a:p>
            <a:r>
              <a:t>Important: The shared app’s Muma screen uses collection filters; it may not show this website search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Read, listen and change the view</a:t>
            </a:r>
          </a:p>
          <a:p/>
          <a:p>
            <a:r>
              <a:t>1. Open an entry or choose the grid button, then select its card.</a:t>
            </a:r>
          </a:p>
          <a:p/>
          <a:p>
            <a:r>
              <a:t>2. Use See description or See this in English when offered. Audio and video use their own play controls.</a:t>
            </a:r>
          </a:p>
          <a:p/>
          <a:p>
            <a:r>
              <a:t>3. Use All if a filter shows no results. Save item is available in signed-in views that offer it.</a:t>
            </a:r>
          </a:p>
          <a:p/>
          <a:p>
            <a:r>
              <a:t>Expected result: You can read the entry and use the media that has actually been published.</a:t>
            </a:r>
          </a:p>
          <a:p/>
          <a:p>
            <a:r>
              <a:t>Important: An unavailable English description does not mean the original entry is missing.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saved words and items</a:t>
            </a:r>
          </a:p>
          <a:p/>
          <a:p>
            <a:r>
              <a:t>1. Sign in and choose Save item on an entry or lesson where that button is available.</a:t>
            </a:r>
          </a:p>
          <a:p/>
          <a:p>
            <a:r>
              <a:t>2. Open Saved words &amp; items from the menu. Choose Open collection to return to its source.</a:t>
            </a:r>
          </a:p>
          <a:p/>
          <a:p>
            <a:r>
              <a:t>3. Choose Remove saved item when you no longer need the bookmark.</a:t>
            </a:r>
          </a:p>
          <a:p/>
          <a:p>
            <a:r>
              <a:t>Expected result: Your saved list helps you find material again on the same account.</a:t>
            </a:r>
          </a:p>
          <a:p/>
          <a:p>
            <a:r>
              <a:t>Important: Saving a bookmark does not download a file for offline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your profile and read notices</a:t>
            </a:r>
          </a:p>
          <a:p/>
          <a:p>
            <a:r>
              <a:t>1. Open Profile, sessions &amp; notifications from the menu.</a:t>
            </a:r>
          </a:p>
          <a:p/>
          <a:p>
            <a:r>
              <a:t>2. Change your name or interests and choose Save profile. Interests describe you; they do not grant staff duties.</a:t>
            </a:r>
          </a:p>
          <a:p/>
          <a:p>
            <a:r>
              <a:t>3. Read your notifications and use Mark read when offered. Check Device sessions if you need to end an old app sign-in.</a:t>
            </a:r>
          </a:p>
          <a:p/>
          <a:p>
            <a:r>
              <a:t>Expected result: Your profile changes are saved and notices are easy to find.</a:t>
            </a:r>
          </a:p>
          <a:p/>
          <a:p>
            <a:r>
              <a:t>Important: Sign out all devices ends your current sign-in too. Sign in again afterwards if you use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your email address</a:t>
            </a:r>
          </a:p>
          <a:p/>
          <a:p>
            <a:r>
              <a:t>1. Open account verification and recovery from your account settings.</a:t>
            </a:r>
          </a:p>
          <a:p/>
          <a:p>
            <a:r>
              <a:t>2. Choose Verify email under Action, enter your own account email and choose Send email.</a:t>
            </a:r>
          </a:p>
          <a:p/>
          <a:p>
            <a:r>
              <a:t>3. Open the newest email link within 30 minutes and choose Confirm. Use a new link if the earlier one has expired.</a:t>
            </a:r>
          </a:p>
          <a:p/>
          <a:p>
            <a:r>
              <a:t>Expected result: The confirmation verifies the address for the intended account.</a:t>
            </a:r>
          </a:p>
          <a:p/>
          <a:p>
            <a:r>
              <a:t>Important: The screenshot shows the same form set to Reset password. Change Action to Verify email for this task.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decide to delete your account</a:t>
            </a:r>
          </a:p>
          <a:p/>
          <a:p>
            <a:r>
              <a:t>1. Read the warning first. Deletion removes your sign-in, profile, saved chats and personal progress.</a:t>
            </a:r>
          </a:p>
          <a:p/>
          <a:p>
            <a:r>
              <a:t>2. In account recovery, choose Delete account. Request the email link only if you intend to continue.</a:t>
            </a:r>
          </a:p>
          <a:p/>
          <a:p>
            <a:r>
              <a:t>3. Open the link and read the confirmation before choosing Confirm. Required cultural-source and review records can be retained.</a:t>
            </a:r>
          </a:p>
          <a:p/>
          <a:p>
            <a:r>
              <a:t>Expected result: You understand the consequences before requesting deletion.</a:t>
            </a:r>
          </a:p>
          <a:p/>
          <a:p>
            <a:r>
              <a:t>Important: This is optional, not a practice task. Active class teachers and the Master Super Admin may need to resolve their responsibilities first.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your own contribution</a:t>
            </a:r>
          </a:p>
          <a:p/>
          <a:p>
            <a:r>
              <a:t>1. Choose Contribute &amp; submissions or the Contribute button inside a collection.</a:t>
            </a:r>
          </a:p>
          <a:p/>
          <a:p>
            <a:r>
              <a:t>2. Select the collection and choose New private draft. Enter a short title and the requested details.</a:t>
            </a:r>
          </a:p>
          <a:p/>
          <a:p>
            <a:r>
              <a:t>3. Use your own material or material you have permission to share. Mark uncertain facts for review.</a:t>
            </a:r>
          </a:p>
          <a:p/>
          <a:p>
            <a:r>
              <a:t>Expected result: A contribution form contains your draft; it is not published.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what happened to your submission</a:t>
            </a:r>
          </a:p>
          <a:p/>
          <a:p>
            <a:r>
              <a:t>1. Open Contribute &amp; submissions, then find My online submissions.</a:t>
            </a:r>
          </a:p>
          <a:p/>
          <a:p>
            <a:r>
              <a:t>2. Read the status. If asked to make changes, choose Edit draft or requested revision.</a:t>
            </a:r>
          </a:p>
          <a:p/>
          <a:p>
            <a:r>
              <a:t>3. Read the reviewer’s request, make the correction, and submit again when ready.</a:t>
            </a:r>
          </a:p>
          <a:p/>
          <a:p>
            <a:r>
              <a:t>Expected result: You can tell the difference between a draft, an item under review and published material.</a:t>
            </a:r>
          </a:p>
          <a:p/>
          <a:p>
            <a:r>
              <a:t>Important: If an item is locked for review, ask the reviewer to return it rather than creating a duplicate.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Find one collection and change its content filter.</a:t>
            </a:r>
          </a:p>
          <a:p/>
          <a:p>
            <a:r>
              <a:t>2. Open a lesson or ask a simple AI question, then check any source.</a:t>
            </a:r>
          </a:p>
          <a:p/>
          <a:p>
            <a:r>
              <a:t>3. Prepare a private practice draft and identify the option that sends it for review.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and learners</a:t>
            </a:r>
          </a:p>
          <a:p/>
          <a:p>
            <a:r>
              <a:t>1. You will be able to enroll, join a class, study and find your feedback.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a class assignment</a:t>
            </a:r>
          </a:p>
          <a:p/>
          <a:p>
            <a:r>
              <a:t>1. Open your class, then choose Open assignment. Read the instructions and due date.</a:t>
            </a:r>
          </a:p>
          <a:p/>
          <a:p>
            <a:r>
              <a:t>2. Choose Study assignment lesson and complete the lesson. Return to the assignment when ready.</a:t>
            </a:r>
          </a:p>
          <a:p/>
          <a:p>
            <a:r>
              <a:t>3. Enter the work requested and use the submission button shown. Wait for a saved confirmation.</a:t>
            </a:r>
          </a:p>
          <a:p/>
          <a:p>
            <a:r>
              <a:t>Expected result: Your assignment shows your submission rather than an unsaved answer.</a:t>
            </a:r>
          </a:p>
          <a:p/>
          <a:p>
            <a:r>
              <a:t>Important: If the assignment is closed or the lesson unavailable, contact your teacher; do not submit to a different class.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feedback and try again</a:t>
            </a:r>
          </a:p>
          <a:p/>
          <a:p>
            <a:r>
              <a:t>1. Open the same class assignment after your teacher reviews it.</a:t>
            </a:r>
          </a:p>
          <a:p/>
          <a:p>
            <a:r>
              <a:t>2. Choose Refresh assignment and feedback. Read the score and the teacher’s comments.</a:t>
            </a:r>
          </a:p>
          <a:p/>
          <a:p>
            <a:r>
              <a:t>3. If a new submission is requested and allowed, correct your work and submit it again.</a:t>
            </a:r>
          </a:p>
          <a:p/>
          <a:p>
            <a:r>
              <a:t>Expected result: You know what to improve and which result belongs to you.</a:t>
            </a:r>
          </a:p>
          <a:p/>
          <a:p>
            <a:r>
              <a:t>Important: Sending revised written work clears its previous teacher grade so the teacher can review it again.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your own learning record</a:t>
            </a:r>
          </a:p>
          <a:p/>
          <a:p>
            <a:r>
              <a:t>1. Use the same account on your phone and computer.</a:t>
            </a:r>
          </a:p>
          <a:p/>
          <a:p>
            <a:r>
              <a:t>2. Before changing devices, reconnect and use Refresh &amp; sync for waiting attempts.</a:t>
            </a:r>
          </a:p>
          <a:p/>
          <a:p>
            <a:r>
              <a:t>3. Do not leave a class just to change devices: leaving can delete your work in that class.</a:t>
            </a:r>
          </a:p>
          <a:p/>
          <a:p>
            <a:r>
              <a:t>Expected result: Your work stays linked to the intended account.</a:t>
            </a:r>
          </a:p>
          <a:p/>
          <a:p>
            <a:r>
              <a:t>Important: Tell your teacher if you accidentally created two accounts.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Enroll in the course your teacher names and open its first available lesson.</a:t>
            </a:r>
          </a:p>
          <a:p/>
          <a:p>
            <a:r>
              <a:t>2. Join your class with a current code and find the assignment instructions.</a:t>
            </a:r>
          </a:p>
          <a:p/>
          <a:p>
            <a:r>
              <a:t>3. Save one practice result and show where you would read teacher feedback.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Teachers and lecturers</a:t>
            </a:r>
          </a:p>
          <a:p/>
          <a:p>
            <a:r>
              <a:t>1. You will be able to run a class and help students find their work and feedback.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that you have teaching access</a:t>
            </a:r>
          </a:p>
          <a:p/>
          <a:p>
            <a:r>
              <a:t>1. Sign in with your own account. Open Teaching &amp; my classes.</a:t>
            </a:r>
          </a:p>
          <a:p/>
          <a:p>
            <a:r>
              <a:t>2. Look for Create class or an existing class where your role is teacher.</a:t>
            </a:r>
          </a:p>
          <a:p/>
          <a:p>
            <a:r>
              <a:t>3. If these are missing, ask the language administrator to assign teaching access. Selecting teacher as an interest does not grant it.</a:t>
            </a:r>
          </a:p>
          <a:p/>
          <a:p>
            <a:r>
              <a:t>Expected result: You know whether you can teach a class or are viewing as a learner.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teaching class</a:t>
            </a:r>
          </a:p>
          <a:p/>
          <a:p>
            <a:r>
              <a:t>1. Open My classes and choose Create class.</a:t>
            </a:r>
          </a:p>
          <a:p/>
          <a:p>
            <a:r>
              <a:t>2. Enter the class title and requested details. Select a published course if the class needs one.</a:t>
            </a:r>
          </a:p>
          <a:p/>
          <a:p>
            <a:r>
              <a:t>3. Choose Save teaching class. Keep the new class join code private until you invite learners.</a:t>
            </a:r>
          </a:p>
          <a:p/>
          <a:p>
            <a:r>
              <a:t>Expected result: The class opens and you can see its invitation controls.</a:t>
            </a:r>
          </a:p>
          <a:p/>
          <a:p>
            <a:r>
              <a:t>Important: Teaching a class does not automatically let you publish cultural content or courses.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your learners safely</a:t>
            </a:r>
          </a:p>
          <a:p/>
          <a:p>
            <a:r>
              <a:t>1. Open the class and find Class invitations. Share its current join code with the intended learners.</a:t>
            </a:r>
          </a:p>
          <a:p/>
          <a:p>
            <a:r>
              <a:t>2. Ask learners to sign in and use Join a class. Check the member list afterwards.</a:t>
            </a:r>
          </a:p>
          <a:p/>
          <a:p>
            <a:r>
              <a:t>3. If a code is shared too widely, choose Replace class join code or Disable class join code.</a:t>
            </a:r>
          </a:p>
          <a:p/>
          <a:p>
            <a:r>
              <a:t>Expected result: The correct learners are listed in the class.</a:t>
            </a:r>
          </a:p>
          <a:p/>
          <a:p>
            <a:r>
              <a:t>Important: Codes expire after seven days. A replacement invalidates the previous code.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a useful assignment</a:t>
            </a:r>
          </a:p>
          <a:p/>
          <a:p>
            <a:r>
              <a:t>1. Open the class and choose Create assignment.</a:t>
            </a:r>
          </a:p>
          <a:p/>
          <a:p>
            <a:r>
              <a:t>2. Choose an available published lesson. Write a clear title, instructions and due date.</a:t>
            </a:r>
          </a:p>
          <a:p/>
          <a:p>
            <a:r>
              <a:t>3. Choose Save class assignment. Open it again to check exactly what learners will see.</a:t>
            </a:r>
          </a:p>
          <a:p/>
          <a:p>
            <a:r>
              <a:t>Expected result: The assignment is listed for members of this class.</a:t>
            </a:r>
          </a:p>
          <a:p/>
          <a:p>
            <a:r>
              <a:t>Important: Use a lesson in the correct language. If a lesson is withdrawn, choose an approved replacement.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 learner’s submission</a:t>
            </a:r>
          </a:p>
          <a:p/>
          <a:p>
            <a:r>
              <a:t>1. Open the class assignment and choose the learner’s submission.</a:t>
            </a:r>
          </a:p>
          <a:p/>
          <a:p>
            <a:r>
              <a:t>2. Read their work, enter the score and write feedback that explains one clear next step.</a:t>
            </a:r>
          </a:p>
          <a:p/>
          <a:p>
            <a:r>
              <a:t>3. Choose Save teacher grade and feedback. Ask for another submission when correction is needed.</a:t>
            </a:r>
          </a:p>
          <a:p/>
          <a:p>
            <a:r>
              <a:t>Expected result: The learner can refresh the assignment to see the saved grade and feedback.</a:t>
            </a:r>
          </a:p>
          <a:p/>
          <a:p>
            <a:r>
              <a:t>Important: Check the learner’s name before saving. Do not discuss individual results in public chats.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the class gradebook</a:t>
            </a:r>
          </a:p>
          <a:p/>
          <a:p>
            <a:r>
              <a:t>1. Open the class and choose View gradebook.</a:t>
            </a:r>
          </a:p>
          <a:p/>
          <a:p>
            <a:r>
              <a:t>2. Read the assignment columns and learner rows. A teacher’s grade takes priority over a synchronized lesson score.</a:t>
            </a:r>
          </a:p>
          <a:p/>
          <a:p>
            <a:r>
              <a:t>3. Use Export gradebook CSV only if you are allowed to keep a spreadsheet copy. Store it privately.</a:t>
            </a:r>
          </a:p>
          <a:p/>
          <a:p>
            <a:r>
              <a:t>Expected result: You can identify submitted, ungraded and completed work.</a:t>
            </a:r>
          </a:p>
          <a:p/>
          <a:p>
            <a:r>
              <a:t>Important: A downloaded gradebook contains personal information. Do not share it as a public attachment.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 changes without losing work</a:t>
            </a:r>
          </a:p>
          <a:p/>
          <a:p>
            <a:r>
              <a:t>1. Use Edit assignment before closing submissions. Read any warning when changing instructions.</a:t>
            </a:r>
          </a:p>
          <a:p/>
          <a:p>
            <a:r>
              <a:t>2. Choose Close submissions when no more work should be accepted.</a:t>
            </a:r>
          </a:p>
          <a:p/>
          <a:p>
            <a:r>
              <a:t>3. Remove a class member only after checking the consequences: that action can remove their class submissions.</a:t>
            </a:r>
          </a:p>
          <a:p/>
          <a:p>
            <a:r>
              <a:t>Expected result: Class membership and assignment availability match your intention.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teaching responsibility</a:t>
            </a:r>
          </a:p>
          <a:p/>
          <a:p>
            <a:r>
              <a:t>1. Open the class and find Assign a teacher by existing account email.</a:t>
            </a:r>
          </a:p>
          <a:p/>
          <a:p>
            <a:r>
              <a:t>2. Check the colleague’s exact account email and grant teaching access only if you have permission.</a:t>
            </a:r>
          </a:p>
          <a:p/>
          <a:p>
            <a:r>
              <a:t>3. Confirm their role in the member list. Keep at least one teacher in each active class.</a:t>
            </a:r>
          </a:p>
          <a:p/>
          <a:p>
            <a:r>
              <a:t>Expected result: The intended colleague has teaching access to this class.</a:t>
            </a:r>
          </a:p>
          <a:p/>
          <a:p>
            <a:r>
              <a:t>Important: A class teacher is different from a system administrator.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a term or close a class</a:t>
            </a:r>
          </a:p>
          <a:p/>
          <a:p>
            <a:r>
              <a:t>1. Save any permitted reports before closing the class.</a:t>
            </a:r>
          </a:p>
          <a:p/>
          <a:p>
            <a:r>
              <a:t>2. Choose Archive class only when teaching, invitations and submissions should end. Read the confirmation.</a:t>
            </a:r>
          </a:p>
          <a:p/>
          <a:p>
            <a:r>
              <a:t>3. Explain to learners that archived classes remain readable to existing members, while new activity is closed.</a:t>
            </a:r>
          </a:p>
          <a:p/>
          <a:p>
            <a:r>
              <a:t>Expected result: The class is archived rather than accidentally deleted.</a:t>
            </a:r>
          </a:p>
          <a:p/>
          <a:p>
            <a:r>
              <a:t>Important: Do not leave or remove the last teacher from an active class.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Open a practice class and explain how a student joins it.</a:t>
            </a:r>
          </a:p>
          <a:p/>
          <a:p>
            <a:r>
              <a:t>2. Identify Create assignment, the feedback area and View gradebook.</a:t>
            </a:r>
          </a:p>
          <a:p/>
          <a:p>
            <a:r>
              <a:t>3. Explain the difference between closing submissions, archiving a class and removing a learner.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Uploaders</a:t>
            </a:r>
          </a:p>
          <a:p/>
          <a:p>
            <a:r>
              <a:t>1. You will be able to add the right material, record permission and follow its review status.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your uploading workspace</a:t>
            </a:r>
          </a:p>
          <a:p/>
          <a:p>
            <a:r>
              <a:t>1. Sign in using the account supplied to you. Open the admin dashboard.</a:t>
            </a:r>
          </a:p>
          <a:p/>
          <a:p>
            <a:r>
              <a:t>2. Choose Upload Content. Work only in the language assigned to you.</a:t>
            </a:r>
          </a:p>
          <a:p/>
          <a:p>
            <a:r>
              <a:t>3. If no collection can be created, check your assigned language with the administrator.</a:t>
            </a:r>
          </a:p>
          <a:p/>
          <a:p>
            <a:r>
              <a:t>Expected result: Your content list opens for the languages you are allowed to upload.</a:t>
            </a:r>
          </a:p>
          <a:p/>
          <a:p>
            <a:r>
              <a:t>Important: Uploaders normally see Dashboard and Upload Content. Other duties require a separate assignment.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before you upload</a:t>
            </a:r>
          </a:p>
          <a:p/>
          <a:p>
            <a:r>
              <a:t>1. Check the collection, language, title and file names before starting.</a:t>
            </a:r>
          </a:p>
          <a:p/>
          <a:p>
            <a:r>
              <a:t>2. Confirm who supplied the material and what permission was given. Keep evidence through the organisation’s approved process.</a:t>
            </a:r>
          </a:p>
          <a:p/>
          <a:p>
            <a:r>
              <a:t>3. Use a draft when a meaning, translation or permission is uncertain. Do not guess.</a:t>
            </a:r>
          </a:p>
          <a:p/>
          <a:p>
            <a:r>
              <a:t>Expected result: You have the information needed for a useful draft.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the contribution details</a:t>
            </a:r>
          </a:p>
          <a:p/>
          <a:p>
            <a:r>
              <a:t>1. Open the appropriate new-content form from Upload Content.</a:t>
            </a:r>
          </a:p>
          <a:p/>
          <a:p>
            <a:r>
              <a:t>2. Enter the title and all required collection fields. Read the text again for missing words.</a:t>
            </a:r>
          </a:p>
          <a:p/>
          <a:p>
            <a:r>
              <a:t>3. Add a clear description and choose Save draft. An admin upload is a draft until submitted for review.</a:t>
            </a:r>
          </a:p>
          <a:p/>
          <a:p>
            <a:r>
              <a:t>Expected result: The online draft appears in your content list.</a:t>
            </a:r>
          </a:p>
          <a:p/>
          <a:p>
            <a:r>
              <a:t>Important: Admin forms use Save draft or Save changes. Community forms use Save private draft and Submit for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collection details when required</a:t>
            </a:r>
          </a:p>
          <a:p/>
          <a:p>
            <a:r>
              <a:t>1. Open the extra source or collection details section.</a:t>
            </a:r>
          </a:p>
          <a:p/>
          <a:p>
            <a:r>
              <a:t>2. Record the known collection date, source reference, location and collector. Leave unknown details for review.</a:t>
            </a:r>
          </a:p>
          <a:p/>
          <a:p>
            <a:r>
              <a:t>3. Do not put personal phone numbers, sacred site coordinates or private participant details in a public description.</a:t>
            </a:r>
          </a:p>
          <a:p/>
          <a:p>
            <a:r>
              <a:t>Expected result: Reviewers can understand where the material came from without exposing private details.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where your draft is saved</a:t>
            </a:r>
          </a:p>
          <a:p/>
          <a:p>
            <a:r>
              <a:t>1. In Upload Content, Save draft or Save changes saves the item online. Wait for confirmation and check the list.</a:t>
            </a:r>
          </a:p>
          <a:p/>
          <a:p>
            <a:r>
              <a:t>2. The community Contribute &amp; submissions form also offers device copies. That is a separate route from the admin upload form.</a:t>
            </a:r>
          </a:p>
          <a:p/>
          <a:p>
            <a:r>
              <a:t>3. A device copy is never submitted automatically. To send an admin draft, use Send to cultural review in the online list.</a:t>
            </a:r>
          </a:p>
          <a:p/>
          <a:p>
            <a:r>
              <a:t>Expected result: You know which copy is saved and which action sends it for review.</a:t>
            </a:r>
          </a:p>
          <a:p/>
          <a:p>
            <a:r>
              <a:t>Important: Keep the original file until the online item and its attachments have been checked.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the online draft for cultural review</a:t>
            </a:r>
          </a:p>
          <a:p/>
          <a:p>
            <a:r>
              <a:t>1. Return to Upload Content and find the saved draft.</a:t>
            </a:r>
          </a:p>
          <a:p/>
          <a:p>
            <a:r>
              <a:t>2. Choose Send to cultural review beside the intended item. Send it only once.</a:t>
            </a:r>
          </a:p>
          <a:p/>
          <a:p>
            <a:r>
              <a:t>3. Refresh the list and check its status. You cannot publish an item using only the uploader role.</a:t>
            </a:r>
          </a:p>
          <a:p/>
          <a:p>
            <a:r>
              <a:t>Expected result: The draft is marked as submitted or under review.</a:t>
            </a:r>
          </a:p>
          <a:p/>
          <a:p>
            <a:r>
              <a:t>Important: The English version link opens a separate translation. Complete it where required before review.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Respond to a correction request</a:t>
            </a:r>
          </a:p>
          <a:p/>
          <a:p>
            <a:r>
              <a:t>1. Find the returned item and read the reviewer’s notes.</a:t>
            </a:r>
          </a:p>
          <a:p/>
          <a:p>
            <a:r>
              <a:t>2. Open the editable draft, make only the necessary corrections and save.</a:t>
            </a:r>
          </a:p>
          <a:p/>
          <a:p>
            <a:r>
              <a:t>3. Submit the corrected item again or follow the editor’s handover. Tell the reviewer what changed.</a:t>
            </a:r>
          </a:p>
          <a:p/>
          <a:p>
            <a:r>
              <a:t>Expected result: The corrected version is ready for another independent check.</a:t>
            </a:r>
          </a:p>
          <a:p/>
          <a:p>
            <a:r>
              <a:t>Important: Editors use Editor Queue. Uploaders use the editable items available in Upload Content.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files before you finish</a:t>
            </a:r>
          </a:p>
          <a:p/>
          <a:p>
            <a:r>
              <a:t>1. Reopen the saved item and inspect every attached file.</a:t>
            </a:r>
          </a:p>
          <a:p/>
          <a:p>
            <a:r>
              <a:t>2. If an upload failed, reconnect and check whether the text or file was already saved before retrying.</a:t>
            </a:r>
          </a:p>
          <a:p/>
          <a:p>
            <a:r>
              <a:t>3. Keep your original source file until the organisation confirms it is safely stored.</a:t>
            </a:r>
          </a:p>
          <a:p/>
          <a:p>
            <a:r>
              <a:t>Expected result: The item has the intended files and no accidental duplicate uploads.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Locate your assigned collection and create a private practice draft.</a:t>
            </a:r>
          </a:p>
          <a:p/>
          <a:p>
            <a:r>
              <a:t>2. Explain the permission setting you would choose when permission is uncertain.</a:t>
            </a:r>
          </a:p>
          <a:p/>
          <a:p>
            <a:r>
              <a:t>3. Show where you would submit the draft, and explain why you cannot publish it yourself.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reviewers</a:t>
            </a:r>
          </a:p>
          <a:p/>
          <a:p>
            <a:r>
              <a:t>1. You will be able to make a clear, independent cultural review decision.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right review item</a:t>
            </a:r>
          </a:p>
          <a:p/>
          <a:p>
            <a:r>
              <a:t>1. Choose Cultural Review in your staff menu.</a:t>
            </a:r>
          </a:p>
          <a:p/>
          <a:p>
            <a:r>
              <a:t>2. Open a submitted item in your assigned language. Check that you did not prepare the material yourself.</a:t>
            </a:r>
          </a:p>
          <a:p/>
          <a:p>
            <a:r>
              <a:t>3. Read its source, access settings, full text and attached media before deciding.</a:t>
            </a:r>
          </a:p>
          <a:p/>
          <a:p>
            <a:r>
              <a:t>Expected result: You are reviewing the current version of the intended item.</a:t>
            </a:r>
          </a:p>
          <a:p/>
          <a:p>
            <a:r>
              <a:t>Important: An item can change while another reviewer works on it. Refresh if the system asks you to.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cultural checks</a:t>
            </a:r>
          </a:p>
          <a:p/>
          <a:p>
            <a:r>
              <a:t>1. Open Cultural Review and choose the item. Read its text, source details and attached files.</a:t>
            </a:r>
          </a:p>
          <a:p/>
          <a:p>
            <a:r>
              <a:t>2. Check spelling, translation, grammar, pronunciation, examples and cultural context. Tick only what you have checked.</a:t>
            </a:r>
          </a:p>
          <a:p/>
          <a:p>
            <a:r>
              <a:t>3. Add useful notes. If the item is correct, choose Approve &amp; Send to Publisher.</a:t>
            </a:r>
          </a:p>
          <a:p/>
          <a:p>
            <a:r>
              <a:t>Expected result: The item moves to the publisher queue after a successful cultural review.</a:t>
            </a:r>
          </a:p>
          <a:p/>
          <a:p>
            <a:r>
              <a:t>Important: If you cannot check a recording or meaning, ask for help rather than ticking the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an editor’s correction</a:t>
            </a:r>
          </a:p>
          <a:p/>
          <a:p>
            <a:r>
              <a:t>1. Describe the problem in the notes: say where it is, why it matters and what needs checking.</a:t>
            </a:r>
          </a:p>
          <a:p/>
          <a:p>
            <a:r>
              <a:t>2. Choose Request Editor Changes when a correction is needed.</a:t>
            </a:r>
          </a:p>
          <a:p/>
          <a:p>
            <a:r>
              <a:t>3. The editor fixes the draft and sends it back to cultural review. Check the corrected version again.</a:t>
            </a:r>
          </a:p>
          <a:p/>
          <a:p>
            <a:r>
              <a:t>Expected result: The editor receives a clear change request; the item is not published.</a:t>
            </a:r>
          </a:p>
          <a:p/>
          <a:p>
            <a:r>
              <a:t>Important: Write useful comments such as “Check the meaning in paragraph two,” rather than “Wrong.”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a serious cultural concern</a:t>
            </a:r>
          </a:p>
          <a:p/>
          <a:p>
            <a:r>
              <a:t>1. If material may be culturally false or harmful, explain your concern in the notes.</a:t>
            </a:r>
          </a:p>
          <a:p/>
          <a:p>
            <a:r>
              <a:t>2. Choose Propose rejection for reviewer vote. This asks other assigned reviewers to check it.</a:t>
            </a:r>
          </a:p>
          <a:p/>
          <a:p>
            <a:r>
              <a:t>3. Do not treat your proposal as a completed rejection. Wait for the required independent votes.</a:t>
            </a:r>
          </a:p>
          <a:p/>
          <a:p>
            <a:r>
              <a:t>Expected result: The concern goes to an independent review vote.</a:t>
            </a:r>
          </a:p>
          <a:p/>
          <a:p>
            <a:r>
              <a:t>Important: For a serious privacy problem, also contact the responsible administrator promptly.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Vote on another reviewer’s proposal</a:t>
            </a:r>
          </a:p>
          <a:p/>
          <a:p>
            <a:r>
              <a:t>1. Open the proposed cultural rejection. Read the reason and the original source.</a:t>
            </a:r>
          </a:p>
          <a:p/>
          <a:p>
            <a:r>
              <a:t>2. If you are eligible, choose whether the item is culturally valid or invalid. Give a clear reason for an invalid vote.</a:t>
            </a:r>
          </a:p>
          <a:p/>
          <a:p>
            <a:r>
              <a:t>3. Check the confirmation and vote count. You cannot vote on your own proposal or vote twice.</a:t>
            </a:r>
          </a:p>
          <a:p/>
          <a:p>
            <a:r>
              <a:t>Expected result: Your independent vote is recorded. The system applies the required threshold.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 useful review history</a:t>
            </a:r>
          </a:p>
          <a:p/>
          <a:p>
            <a:r>
              <a:t>1. Open Review History to find your recorded actions.</a:t>
            </a:r>
          </a:p>
          <a:p/>
          <a:p>
            <a:r>
              <a:t>2. Use the item’s title and review notes when explaining a decision to an editor or coordinator.</a:t>
            </a:r>
          </a:p>
          <a:p/>
          <a:p>
            <a:r>
              <a:t>3. If an error is found later, report it with the item reference rather than editing history or concealing the earlier decision.</a:t>
            </a:r>
          </a:p>
          <a:p/>
          <a:p>
            <a:r>
              <a:t>Expected result: Other staff can understand how the decision was reached.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learning material with the same care</a:t>
            </a:r>
          </a:p>
          <a:p/>
          <a:p>
            <a:r>
              <a:t>1. Open Lessons, games &amp; calendar if your role offers the content workspace.</a:t>
            </a:r>
          </a:p>
          <a:p/>
          <a:p>
            <a:r>
              <a:t>2. Read a submitted lesson, its questions, answers, source and audience. Use the review action only if independently assigned.</a:t>
            </a:r>
          </a:p>
          <a:p/>
          <a:p>
            <a:r>
              <a:t>3. A course review is separate from reviewing its individual lessons. Ask the coordinator if the action is not available.</a:t>
            </a:r>
          </a:p>
          <a:p/>
          <a:p>
            <a:r>
              <a:t>Expected result: Learning material receives the appropriate independent checks.</a:t>
            </a:r>
          </a:p>
          <a:p/>
          <a:p>
            <a:r>
              <a:t>Important: A role that can review material does not automatically let its author approve their own work.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Explain one checklist item using an approved practice contribution.</a:t>
            </a:r>
          </a:p>
          <a:p/>
          <a:p>
            <a:r>
              <a:t>2. Describe how to request an editor change and how the item returns to you.</a:t>
            </a:r>
          </a:p>
          <a:p/>
          <a:p>
            <a:r>
              <a:t>3. Explain why a proposed rejection needs independent votes.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editors</a:t>
            </a:r>
          </a:p>
          <a:p/>
          <a:p>
            <a:r>
              <a:t>1. You will be able to correct content without bypassing the review process.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 item returned by a reviewer</a:t>
            </a:r>
          </a:p>
          <a:p/>
          <a:p>
            <a:r>
              <a:t>1. Open Editor Queue. Find the item and choose Edit details.</a:t>
            </a:r>
          </a:p>
          <a:p/>
          <a:p>
            <a:r>
              <a:t>2. Read the requested changes. Correct the text or files, then save your changes.</a:t>
            </a:r>
          </a:p>
          <a:p/>
          <a:p>
            <a:r>
              <a:t>3. Return to the queue and choose Send to cultural review. The reviewer must check the corrected version.</a:t>
            </a:r>
          </a:p>
          <a:p/>
          <a:p>
            <a:r>
              <a:t>Expected result: The corrected item returns to cultural review.</a:t>
            </a:r>
          </a:p>
          <a:p/>
          <a:p>
            <a:r>
              <a:t>Important: Saving an edit does not publish it. Keep the source’s meaning and credit.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careful edit</a:t>
            </a:r>
          </a:p>
          <a:p/>
          <a:p>
            <a:r>
              <a:t>1. Read the reviewer’s request before changing the draft. Keep the original meaning.</a:t>
            </a:r>
          </a:p>
          <a:p/>
          <a:p>
            <a:r>
              <a:t>2. Correct spelling, formatting, descriptions and the requested collection details. Do not invent missing translations.</a:t>
            </a:r>
          </a:p>
          <a:p/>
          <a:p>
            <a:r>
              <a:t>3. Save changes, reopen the item and check that the corrected version is shown.</a:t>
            </a:r>
          </a:p>
          <a:p/>
          <a:p>
            <a:r>
              <a:t>Expected result: The saved draft reflects the requested correction.</a:t>
            </a:r>
          </a:p>
          <a:p/>
          <a:p>
            <a:r>
              <a:t>Important: For a disputed meaning, ask a cultural reviewer rather than silently replacing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the item to the reviewer</a:t>
            </a:r>
          </a:p>
          <a:p/>
          <a:p>
            <a:r>
              <a:t>1. Go back to Editor Queue after saving your changes.</a:t>
            </a:r>
          </a:p>
          <a:p/>
          <a:p>
            <a:r>
              <a:t>2. Choose Send to cultural review beside the intended item.</a:t>
            </a:r>
          </a:p>
          <a:p/>
          <a:p>
            <a:r>
              <a:t>3. Read the success message. The item should leave the editable queue when the handover succeeds.</a:t>
            </a:r>
          </a:p>
          <a:p/>
          <a:p>
            <a:r>
              <a:t>Expected result: The current corrected version is ready for cultural review.</a:t>
            </a:r>
          </a:p>
          <a:p/>
          <a:p>
            <a:r>
              <a:t>Important: If the item has already moved, refresh instead of sending a stale copy.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 lesson or game draft</a:t>
            </a:r>
          </a:p>
          <a:p/>
          <a:p>
            <a:r>
              <a:t>1. Open Lessons, games &amp; calendar and use Content workspace when offered.</a:t>
            </a:r>
          </a:p>
          <a:p/>
          <a:p>
            <a:r>
              <a:t>2. Choose Create content. Write the title, content, level and audience; add checked questions and answers.</a:t>
            </a:r>
          </a:p>
          <a:p/>
          <a:p>
            <a:r>
              <a:t>3. Save the private draft and submit for independent review. Do not approve your own resource.</a:t>
            </a:r>
          </a:p>
          <a:p/>
          <a:p>
            <a:r>
              <a:t>Expected result: The resource is a draft or submitted item, not automatically public.</a:t>
            </a:r>
          </a:p>
          <a:p/>
          <a:p>
            <a:r>
              <a:t>Important: A written question game is different from a live multiplayer game.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 course from approved lessons</a:t>
            </a:r>
          </a:p>
          <a:p/>
          <a:p>
            <a:r>
              <a:t>1. Open Learning pathways &amp; courses and enable Course staff workspace.</a:t>
            </a:r>
          </a:p>
          <a:p/>
          <a:p>
            <a:r>
              <a:t>2. Choose Create course. Use published lessons from the same language, place them in order and set required scores.</a:t>
            </a:r>
          </a:p>
          <a:p/>
          <a:p>
            <a:r>
              <a:t>3. Save course draft, open it and submit it for independent course review.</a:t>
            </a:r>
          </a:p>
          <a:p/>
          <a:p>
            <a:r>
              <a:t>Expected result: The course draft links the intended approved lessons.</a:t>
            </a:r>
          </a:p>
          <a:p/>
          <a:p>
            <a:r>
              <a:t>Important: Changing a published course requires another review before publication.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duplicate or unfinished corrections</a:t>
            </a:r>
          </a:p>
          <a:p/>
          <a:p>
            <a:r>
              <a:t>1. If saving fails, keep the draft open and check the connection.</a:t>
            </a:r>
          </a:p>
          <a:p/>
          <a:p>
            <a:r>
              <a:t>2. Reopen or refresh only after preserving unsaved text in a trusted place. Check the current item version.</a:t>
            </a:r>
          </a:p>
          <a:p/>
          <a:p>
            <a:r>
              <a:t>3. If another person has already changed the item, read their changes before trying again.</a:t>
            </a:r>
          </a:p>
          <a:p/>
          <a:p>
            <a:r>
              <a:t>Expected result: You update the intended current version and avoid overwriting another person’s work.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Find a practice correction and identify the requested change.</a:t>
            </a:r>
          </a:p>
          <a:p/>
          <a:p>
            <a:r>
              <a:t>2. Save a corrected draft and locate Send to cultural review.</a:t>
            </a:r>
          </a:p>
          <a:p/>
          <a:p>
            <a:r>
              <a:t>3. Explain why editing, cultural review and publication are separate actions.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Publishers</a:t>
            </a:r>
          </a:p>
          <a:p/>
          <a:p>
            <a:r>
              <a:t>1. You will be able to check a reviewed item and distinguish public release from internal approval.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carefully before choosing Publish</a:t>
            </a:r>
          </a:p>
          <a:p/>
          <a:p>
            <a:r>
              <a:t>1. Open Publishing Queue and read the culturally reviewed item.</a:t>
            </a:r>
          </a:p>
          <a:p/>
          <a:p>
            <a:r>
              <a:t>2. Check the text, attached files, source permission and public access settings. Add a note if needed.</a:t>
            </a:r>
          </a:p>
          <a:p/>
          <a:p>
            <a:r>
              <a:t>3. Choose Publish only when the item is ready. Read the confirmation: an internal approval can remain private.</a:t>
            </a:r>
          </a:p>
          <a:p/>
          <a:p>
            <a:r>
              <a:t>Expected result: Eligible public material becomes available to readers; internal material remains protected.</a:t>
            </a:r>
          </a:p>
          <a:p/>
          <a:p>
            <a:r>
              <a:t>Important: A Publish button is not permission to release sacred, restricted or research-only material.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final pre-publication check</a:t>
            </a:r>
          </a:p>
          <a:p/>
          <a:p>
            <a:r>
              <a:t>1. Confirm the title, language and current version are correct and the cultural review is complete.</a:t>
            </a:r>
          </a:p>
          <a:p/>
          <a:p>
            <a:r>
              <a:t>2. Open the files and read descriptions, translations and source credit. Check that public sharing is actually permitted.</a:t>
            </a:r>
          </a:p>
          <a:p/>
          <a:p>
            <a:r>
              <a:t>3. If anything is unclear, stop and contact the reviewer or language administrator before publishing.</a:t>
            </a:r>
          </a:p>
          <a:p/>
          <a:p>
            <a:r>
              <a:t>Expected result: The release decision is based on the complete item and its permission evidence.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the confirmation message</a:t>
            </a:r>
          </a:p>
          <a:p/>
          <a:p>
            <a:r>
              <a:t>1. After choosing Publish, read the full success message.</a:t>
            </a:r>
          </a:p>
          <a:p/>
          <a:p>
            <a:r>
              <a:t>2. Public release means eligible readers can see the item. Internal curation means it remains private.</a:t>
            </a:r>
          </a:p>
          <a:p/>
          <a:p>
            <a:r>
              <a:t>3. Do not change consent or access merely to make an internally approved item appear in the public library.</a:t>
            </a:r>
          </a:p>
          <a:p/>
          <a:p>
            <a:r>
              <a:t>Expected result: You know whether the item was publicly released or privately curated.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reader’s view</a:t>
            </a:r>
          </a:p>
          <a:p/>
          <a:p>
            <a:r>
              <a:t>1. Open the public library, preferably in a separate signed-out browser window.</a:t>
            </a:r>
          </a:p>
          <a:p/>
          <a:p>
            <a:r>
              <a:t>2. Choose the correct collection and content type. Find the released item and try its files.</a:t>
            </a:r>
          </a:p>
          <a:p/>
          <a:p>
            <a:r>
              <a:t>3. If it is missing, confirm the release message, language, permission and selected filter before escalating.</a:t>
            </a:r>
          </a:p>
          <a:p/>
          <a:p>
            <a:r>
              <a:t>Expected result: The intended public item is readable and its files are usable.</a:t>
            </a:r>
          </a:p>
          <a:p/>
          <a:p>
            <a:r>
              <a:t>Important: Do not test private content by sharing a staff-only link with a member of the public.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publication record</a:t>
            </a:r>
          </a:p>
          <a:p/>
          <a:p>
            <a:r>
              <a:t>1. Open Published History to find earlier releases.</a:t>
            </a:r>
          </a:p>
          <a:p/>
          <a:p>
            <a:r>
              <a:t>2. Record any concern with the item’s title and reference, and notify the language administrator.</a:t>
            </a:r>
          </a:p>
          <a:p/>
          <a:p>
            <a:r>
              <a:t>3. If an urgent rights or privacy issue is found, request the approved withdrawal process. Do not assume a saved edit removes a public item.</a:t>
            </a:r>
          </a:p>
          <a:p/>
          <a:p>
            <a:r>
              <a:t>Expected result: Publication decisions and later concerns can be traced.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lessons and courses separately</a:t>
            </a:r>
          </a:p>
          <a:p/>
          <a:p>
            <a:r>
              <a:t>1. In the learning content workspace, inspect validated resources and use publish only when permitted.</a:t>
            </a:r>
          </a:p>
          <a:p/>
          <a:p>
            <a:r>
              <a:t>2. For a course, open its staff view and choose Publish course after independent review.</a:t>
            </a:r>
          </a:p>
          <a:p/>
          <a:p>
            <a:r>
              <a:t>3. Confirm that both the course and its linked lessons are available to the intended learners.</a:t>
            </a:r>
          </a:p>
          <a:p/>
          <a:p>
            <a:r>
              <a:t>Expected result: Learners see a usable course with available lessons.</a:t>
            </a:r>
          </a:p>
          <a:p/>
          <a:p>
            <a:r>
              <a:t>Important: You cannot independently approve a resource you authored yourself.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Explain the checks you make before Publish.</a:t>
            </a:r>
          </a:p>
          <a:p/>
          <a:p>
            <a:r>
              <a:t>2. Distinguish a public release from an internal approval.</a:t>
            </a:r>
          </a:p>
          <a:p/>
          <a:p>
            <a:r>
              <a:t>3. Find the public collection and explain how you would report an incorrect release.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administrators</a:t>
            </a:r>
          </a:p>
          <a:p/>
          <a:p>
            <a:r>
              <a:t>1. You will be able to manage your language’s work while keeping staff duties clear.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your language workspace</a:t>
            </a:r>
          </a:p>
          <a:p/>
          <a:p>
            <a:r>
              <a:t>1. Open the admin dashboard and confirm the selected language.</a:t>
            </a:r>
          </a:p>
          <a:p/>
          <a:p>
            <a:r>
              <a:t>2. Use Content, Cultural Review, Editor Queue and Publishing Queue to find work at each stage.</a:t>
            </a:r>
          </a:p>
          <a:p/>
          <a:p>
            <a:r>
              <a:t>3. Use Media, Users and Transcripts only for the material and people in your permitted scope.</a:t>
            </a:r>
          </a:p>
          <a:p/>
          <a:p>
            <a:r>
              <a:t>Expected result: You can direct a question to the right screen and staff member.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users without changing the wrong account</a:t>
            </a:r>
          </a:p>
          <a:p/>
          <a:p>
            <a:r>
              <a:t>1. Open Users. Find the person by their own name and email.</a:t>
            </a:r>
          </a:p>
          <a:p/>
          <a:p>
            <a:r>
              <a:t>2. Open their details and check their language and current access before changing anything.</a:t>
            </a:r>
          </a:p>
          <a:p/>
          <a:p>
            <a:r>
              <a:t>3. Use only the changes allowed by your role. Read every confirmation before suspending or activating accounts.</a:t>
            </a:r>
          </a:p>
          <a:p/>
          <a:p>
            <a:r>
              <a:t>Expected result: The intended account has the correct status and access.</a:t>
            </a:r>
          </a:p>
          <a:p/>
          <a:p>
            <a:r>
              <a:t>Important: Do not select every account to solve a problem affecting one person.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person only the access they need</a:t>
            </a:r>
          </a:p>
          <a:p/>
          <a:p>
            <a:r>
              <a:t>1. Open the person’s account details and verify their email.</a:t>
            </a:r>
          </a:p>
          <a:p/>
          <a:p>
            <a:r>
              <a:t>2. Use the role controls available to you for your language. If staff creation is not offered, ask a Super Admin.</a:t>
            </a:r>
          </a:p>
          <a:p/>
          <a:p>
            <a:r>
              <a:t>3. Confirm the assignment in the person’s access list and ask them to sign in again if the menu has not refreshed.</a:t>
            </a:r>
          </a:p>
          <a:p/>
          <a:p>
            <a:r>
              <a:t>Expected result: The right person can do their assigned task in the intended language.</a:t>
            </a:r>
          </a:p>
          <a:p/>
          <a:p>
            <a:r>
              <a:t>Important: Language access does not allow you to grant Super Admin ownership.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Coordinate a review without skipping stages</a:t>
            </a:r>
          </a:p>
          <a:p/>
          <a:p>
            <a:r>
              <a:t>1. Check the oldest waiting items and who is assigned to each stage.</a:t>
            </a:r>
          </a:p>
          <a:p/>
          <a:p>
            <a:r>
              <a:t>2. Ask the uploader to complete missing source details, the reviewer to check accuracy, or the editor to make requested changes.</a:t>
            </a:r>
          </a:p>
          <a:p/>
          <a:p>
            <a:r>
              <a:t>3. Keep independent review: broad access does not make it appropriate to approve your own submission.</a:t>
            </a:r>
          </a:p>
          <a:p/>
          <a:p>
            <a:r>
              <a:t>Expected result: Work moves through the intended people and checks.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cultural checks</a:t>
            </a:r>
          </a:p>
          <a:p/>
          <a:p>
            <a:r>
              <a:t>1. Open Cultural Review and choose the item. Read its text, source details and attached files.</a:t>
            </a:r>
          </a:p>
          <a:p/>
          <a:p>
            <a:r>
              <a:t>2. Check spelling, translation, grammar, pronunciation, examples and cultural context. Tick only what you have checked.</a:t>
            </a:r>
          </a:p>
          <a:p/>
          <a:p>
            <a:r>
              <a:t>3. Add useful notes. If the item is correct, choose Approve &amp; Send to Publisher.</a:t>
            </a:r>
          </a:p>
          <a:p/>
          <a:p>
            <a:r>
              <a:t>Expected result: The item moves to the publisher queue after a successful cultural review.</a:t>
            </a:r>
          </a:p>
          <a:p/>
          <a:p>
            <a:r>
              <a:t>Important: If you cannot check a recording or meaning, ask for help rather than ticking the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 item returned by a reviewer</a:t>
            </a:r>
          </a:p>
          <a:p/>
          <a:p>
            <a:r>
              <a:t>1. Open Editor Queue. Find the item and choose Edit details.</a:t>
            </a:r>
          </a:p>
          <a:p/>
          <a:p>
            <a:r>
              <a:t>2. Read the requested changes. Correct the text or files, then save your changes.</a:t>
            </a:r>
          </a:p>
          <a:p/>
          <a:p>
            <a:r>
              <a:t>3. Return to the queue and choose Send to cultural review. The reviewer must check the corrected version.</a:t>
            </a:r>
          </a:p>
          <a:p/>
          <a:p>
            <a:r>
              <a:t>Expected result: The corrected item returns to cultural review.</a:t>
            </a:r>
          </a:p>
          <a:p/>
          <a:p>
            <a:r>
              <a:t>Important: Saving an edit does not publish it. Keep the source’s meaning and credit.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carefully before choosing Publish</a:t>
            </a:r>
          </a:p>
          <a:p/>
          <a:p>
            <a:r>
              <a:t>1. Open Publishing Queue and read the culturally reviewed item.</a:t>
            </a:r>
          </a:p>
          <a:p/>
          <a:p>
            <a:r>
              <a:t>2. Check the text, attached files, source permission and public access settings. Add a note if needed.</a:t>
            </a:r>
          </a:p>
          <a:p/>
          <a:p>
            <a:r>
              <a:t>3. Choose Publish only when the item is ready. Read the confirmation: an internal approval can remain private.</a:t>
            </a:r>
          </a:p>
          <a:p/>
          <a:p>
            <a:r>
              <a:t>Expected result: Eligible public material becomes available to readers; internal material remains protected.</a:t>
            </a:r>
          </a:p>
          <a:p/>
          <a:p>
            <a:r>
              <a:t>Important: A Publish button is not permission to release sacred, restricted or research-only material.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media and translation quality</a:t>
            </a:r>
          </a:p>
          <a:p/>
          <a:p>
            <a:r>
              <a:t>1. Open Media and the relevant content item. Check files, labels and access settings.</a:t>
            </a:r>
          </a:p>
          <a:p/>
          <a:p>
            <a:r>
              <a:t>2. Use Translations to review the language labels and available translations. Missing text needs a checked translation.</a:t>
            </a:r>
          </a:p>
          <a:p/>
          <a:p>
            <a:r>
              <a:t>3. Ask the responsible content editor or reviewer to correct inaccurate material.</a:t>
            </a:r>
          </a:p>
          <a:p/>
          <a:p>
            <a:r>
              <a:t>Expected result: The collection is usable in the intended language without misleading labels.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Handle teaching access and learning content</a:t>
            </a:r>
          </a:p>
          <a:p/>
          <a:p>
            <a:r>
              <a:t>1. Confirm that a teacher has been given actual teaching access; an interest on their profile is not enough.</a:t>
            </a:r>
          </a:p>
          <a:p/>
          <a:p>
            <a:r>
              <a:t>2. Check that lessons and courses are published only after independent review.</a:t>
            </a:r>
          </a:p>
          <a:p/>
          <a:p>
            <a:r>
              <a:t>3. Ask teachers to handle class membership, assignments and gradebooks within their classes.</a:t>
            </a:r>
          </a:p>
          <a:p/>
          <a:p>
            <a:r>
              <a:t>Expected result: Teachers can use the right classes and learners can open approved lessons.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activity and AI reports carefully</a:t>
            </a:r>
          </a:p>
          <a:p/>
          <a:p>
            <a:r>
              <a:t>1. Open Analytics for the activity recorded by the system.</a:t>
            </a:r>
          </a:p>
          <a:p/>
          <a:p>
            <a:r>
              <a:t>2. Use AI Monitoring to review recorded questions, feedback and concerns within your allowed access.</a:t>
            </a:r>
          </a:p>
          <a:p/>
          <a:p>
            <a:r>
              <a:t>3. Treat low counts as a reason to investigate usage, not as proof of a technical fault. Escalate private-data or accuracy concerns.</a:t>
            </a:r>
          </a:p>
          <a:p/>
          <a:p>
            <a:r>
              <a:t>Expected result: You can explain recorded activity without inventing missing results.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Handle a permission or privacy complaint</a:t>
            </a:r>
          </a:p>
          <a:p/>
          <a:p>
            <a:r>
              <a:t>1. Note the affected item and what the person says is wrong. Avoid copying the private content into your report.</a:t>
            </a:r>
          </a:p>
          <a:p/>
          <a:p>
            <a:r>
              <a:t>2. Notify the responsible institutional owner and arrange the permitted restriction or withdrawal action.</a:t>
            </a:r>
          </a:p>
          <a:p/>
          <a:p>
            <a:r>
              <a:t>3. Check that the final public view matches the decision and retain the review record.</a:t>
            </a:r>
          </a:p>
          <a:p/>
          <a:p>
            <a:r>
              <a:t>Expected result: A concern has an owner and a documented response.</a:t>
            </a:r>
          </a:p>
          <a:p/>
          <a:p>
            <a:r>
              <a:t>Important: Do not resolve a complaint by silently removing source evidence or review history.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Name the person responsible for each stage of a contribution.</a:t>
            </a:r>
          </a:p>
          <a:p/>
          <a:p>
            <a:r>
              <a:t>2. Check a practice account’s language and duties without granting extra power.</a:t>
            </a:r>
          </a:p>
          <a:p/>
          <a:p>
            <a:r>
              <a:t>3. Explain how you would handle a missing teacher button or a privacy complaint.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 Admins</a:t>
            </a:r>
          </a:p>
          <a:p/>
          <a:p>
            <a:r>
              <a:t>1. You will be able to coordinate access and monitor work without confusing oversight with editorial permission.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your wider menu</a:t>
            </a:r>
          </a:p>
          <a:p/>
          <a:p>
            <a:r>
              <a:t>1. Use Workflow and Library to inspect content, people and collections.</a:t>
            </a:r>
          </a:p>
          <a:p/>
          <a:p>
            <a:r>
              <a:t>2. Use Insights to see Analytics, AI Monitoring and Audit Logs.</a:t>
            </a:r>
          </a:p>
          <a:p/>
          <a:p>
            <a:r>
              <a:t>3. Administration contains Languages, Admins, Backup and System. Visibility does not mean every action is allowed.</a:t>
            </a:r>
          </a:p>
          <a:p/>
          <a:p>
            <a:r>
              <a:t>Expected result: You can find the right area without assuming that every visible button is yours to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the limits of Super Admin access</a:t>
            </a:r>
          </a:p>
          <a:p/>
          <a:p>
            <a:r>
              <a:t>1. You oversee the languages assigned to you and may create permitted staff within that scope.</a:t>
            </a:r>
          </a:p>
          <a:p/>
          <a:p>
            <a:r>
              <a:t>2. Editing, cultural review, uploading and publishing still require their assigned language duties.</a:t>
            </a:r>
          </a:p>
          <a:p/>
          <a:p>
            <a:r>
              <a:t>3. Only the Master Super Admin can create or remove Super Admin authority. Database backups are also reserved for that owner.</a:t>
            </a:r>
          </a:p>
          <a:p/>
          <a:p>
            <a:r>
              <a:t>Expected result: You know when to act and when to refer the request to the Master Super Admin.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staff account for the right person</a:t>
            </a:r>
          </a:p>
          <a:p/>
          <a:p>
            <a:r>
              <a:t>1. Open Admins, then choose + Add Admin. Confirm the person’s email and name.</a:t>
            </a:r>
          </a:p>
          <a:p/>
          <a:p>
            <a:r>
              <a:t>2. Choose only the role and language the person needs. Set a strong temporary password.</a:t>
            </a:r>
          </a:p>
          <a:p/>
          <a:p>
            <a:r>
              <a:t>3. Save the account. Share access details privately with that person and ask them to set their own password.</a:t>
            </a:r>
          </a:p>
          <a:p/>
          <a:p>
            <a:r>
              <a:t>Expected result: The staff member appears in Administrators with the intended role and language.</a:t>
            </a:r>
          </a:p>
          <a:p/>
          <a:p>
            <a:r>
              <a:t>Important: Only the Master Super Admin can create or remove Super Admin authority.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users without changing the wrong account</a:t>
            </a:r>
          </a:p>
          <a:p/>
          <a:p>
            <a:r>
              <a:t>1. Open Users. Find the person by their own name and email.</a:t>
            </a:r>
          </a:p>
          <a:p/>
          <a:p>
            <a:r>
              <a:t>2. Open their details and check their language and current access before changing anything.</a:t>
            </a:r>
          </a:p>
          <a:p/>
          <a:p>
            <a:r>
              <a:t>3. Use only the changes allowed by your role. Read every confirmation before suspending or activating accounts.</a:t>
            </a:r>
          </a:p>
          <a:p/>
          <a:p>
            <a:r>
              <a:t>Expected result: The intended account has the correct status and access.</a:t>
            </a:r>
          </a:p>
          <a:p/>
          <a:p>
            <a:r>
              <a:t>Important: Do not select every account to solve a problem affecting one person.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staff assignments regularly</a:t>
            </a:r>
          </a:p>
          <a:p/>
          <a:p>
            <a:r>
              <a:t>1. Open Admins and verify each person’s email, status, language and duty.</a:t>
            </a:r>
          </a:p>
          <a:p/>
          <a:p>
            <a:r>
              <a:t>2. If a person changes duties, update access through the permitted controls; do not share another account.</a:t>
            </a:r>
          </a:p>
          <a:p/>
          <a:p>
            <a:r>
              <a:t>3. Read every revoke or deactivate confirmation. Revoking staff duties is different from deleting the person’s account.</a:t>
            </a:r>
          </a:p>
          <a:p/>
          <a:p>
            <a:r>
              <a:t>Expected result: Staff have the access needed for current work and no unnecessary authority.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a user regain access</a:t>
            </a:r>
          </a:p>
          <a:p/>
          <a:p>
            <a:r>
              <a:t>1. Confirm which email and language they should be using. Do not ask for their password.</a:t>
            </a:r>
          </a:p>
          <a:p/>
          <a:p>
            <a:r>
              <a:t>2. Guide them to Forgotten password? and the newest email link. Check whether the account is active.</a:t>
            </a:r>
          </a:p>
          <a:p/>
          <a:p>
            <a:r>
              <a:t>3. If password emails are not being delivered, ask the authorised system owner to check Email settings and the test result.</a:t>
            </a:r>
          </a:p>
          <a:p/>
          <a:p>
            <a:r>
              <a:t>Expected result: The user receives the right recovery instructions without exposing their credentials.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activity and recorded decisions</a:t>
            </a:r>
          </a:p>
          <a:p/>
          <a:p>
            <a:r>
              <a:t>1. Use Analytics and AI Monitoring to inspect recorded activity and feedback.</a:t>
            </a:r>
          </a:p>
          <a:p/>
          <a:p>
            <a:r>
              <a:t>2. Use Audit Logs to see who changed a record or setting and when.</a:t>
            </a:r>
          </a:p>
          <a:p/>
          <a:p>
            <a:r>
              <a:t>3. Investigate unexpected changes with the responsible staff member. Do not alter evidence to hide a mistake.</a:t>
            </a:r>
          </a:p>
          <a:p/>
          <a:p>
            <a:r>
              <a:t>Expected result: You can follow a concern to the relevant person and recorded action.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System settings carefully</a:t>
            </a:r>
          </a:p>
          <a:p/>
          <a:p>
            <a:r>
              <a:t>1. Open System and read the selected tab before changing anything.</a:t>
            </a:r>
          </a:p>
          <a:p/>
          <a:p>
            <a:r>
              <a:t>2. Change only a setting you understand and are authorised to manage. Save the intended group of settings.</a:t>
            </a:r>
          </a:p>
          <a:p/>
          <a:p>
            <a:r>
              <a:t>3. Check the result afterwards. For service keys, backup, legal ownership or an unavailable control, contact the Master Super Admin.</a:t>
            </a:r>
          </a:p>
          <a:p/>
          <a:p>
            <a:r>
              <a:t>Expected result: A deliberate saved change has the intended effect.</a:t>
            </a:r>
          </a:p>
          <a:p/>
          <a:p>
            <a:r>
              <a:t>Important: Do not include secret service keys in screenshots, slides, email or support messages.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Coordinate content and learning concerns</a:t>
            </a:r>
          </a:p>
          <a:p/>
          <a:p>
            <a:r>
              <a:t>1. Route incomplete uploads to uploaders, corrections to editors and cultural concerns to reviewers.</a:t>
            </a:r>
          </a:p>
          <a:p/>
          <a:p>
            <a:r>
              <a:t>2. Ask the assigned publisher to check release readiness. Do not bypass the independent checks.</a:t>
            </a:r>
          </a:p>
          <a:p/>
          <a:p>
            <a:r>
              <a:t>3. For class work, involve the teacher. Keep learner results and research material private.</a:t>
            </a:r>
          </a:p>
          <a:p/>
          <a:p>
            <a:r>
              <a:t>Expected result: The right person handles the issue without excessive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Explain the difference between a Super Admin and the Master Super Admin.</a:t>
            </a:r>
          </a:p>
          <a:p/>
          <a:p>
            <a:r>
              <a:t>2. Create no live accounts during practice; instead identify the correct role and language in the form.</a:t>
            </a:r>
          </a:p>
          <a:p/>
          <a:p>
            <a:r>
              <a:t>3. Find the recovery, monitoring and escalation paths for a reported problem.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 Super Admin</a:t>
            </a:r>
          </a:p>
          <a:p/>
          <a:p>
            <a:r>
              <a:t>1. You will be able to oversee high-impact actions, delegate responsibly and keep the platform’s records safe.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role carries overall responsibility</a:t>
            </a:r>
          </a:p>
          <a:p/>
          <a:p>
            <a:r>
              <a:t>1. Use your own protected account. Confirm My access shows Master Super Admin.</a:t>
            </a:r>
          </a:p>
          <a:p/>
          <a:p>
            <a:r>
              <a:t>2. Keep the organisation’s ownership, support arrangements and recovery contact current.</a:t>
            </a:r>
          </a:p>
          <a:p/>
          <a:p>
            <a:r>
              <a:t>3. Delegate ordinary work to named staff; broad access is not a reason to bypass independent review.</a:t>
            </a:r>
          </a:p>
          <a:p/>
          <a:p>
            <a:r>
              <a:t>Expected result: You know which responsibilities must remain with the institutional owner.</a:t>
            </a:r>
          </a:p>
          <a:p/>
          <a:p>
            <a:r>
              <a:t>Important: Check My access on your own account; the screenshot uses a labelled practice account.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change Super Admin authority</a:t>
            </a:r>
          </a:p>
          <a:p/>
          <a:p>
            <a:r>
              <a:t>1. Open Admins, then + Add Admin to prepare a new staff account.</a:t>
            </a:r>
          </a:p>
          <a:p/>
          <a:p>
            <a:r>
              <a:t>2. Select Super Admin only for a trusted person with an agreed responsibility. Assign the languages they oversee.</a:t>
            </a:r>
          </a:p>
          <a:p/>
          <a:p>
            <a:r>
              <a:t>3. Check the saved account carefully. Read the consequences before revoking or deactivating a Super Admin.</a:t>
            </a:r>
          </a:p>
          <a:p/>
          <a:p>
            <a:r>
              <a:t>Expected result: Only the intended person receives the intended authority.</a:t>
            </a:r>
          </a:p>
          <a:p/>
          <a:p>
            <a:r>
              <a:t>Important: Never create a shared administrator account for a team.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staff account for the right person</a:t>
            </a:r>
          </a:p>
          <a:p/>
          <a:p>
            <a:r>
              <a:t>1. Open Admins, then choose + Add Admin. Confirm the person’s email and name.</a:t>
            </a:r>
          </a:p>
          <a:p/>
          <a:p>
            <a:r>
              <a:t>2. Choose only the role and language the person needs. Set a strong temporary password.</a:t>
            </a:r>
          </a:p>
          <a:p/>
          <a:p>
            <a:r>
              <a:t>3. Save the account. Share access details privately with that person and ask them to set their own password.</a:t>
            </a:r>
          </a:p>
          <a:p/>
          <a:p>
            <a:r>
              <a:t>Expected result: The staff member appears in Administrators with the intended role and language.</a:t>
            </a:r>
          </a:p>
          <a:p/>
          <a:p>
            <a:r>
              <a:t>Important: Only the Master Super Admin can create or remove Super Admin authority.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Maintain your staff list</a:t>
            </a:r>
          </a:p>
          <a:p/>
          <a:p>
            <a:r>
              <a:t>1. Open Administrators and review each name, email, language and role.</a:t>
            </a:r>
          </a:p>
          <a:p/>
          <a:p>
            <a:r>
              <a:t>2. Remove unneeded authority through the permitted controls after confirming ownership of ongoing work.</a:t>
            </a:r>
          </a:p>
          <a:p/>
          <a:p>
            <a:r>
              <a:t>3. Keep cultural reviewers, editors and publishers distinct wherever possible. Record the reason for important access changes.</a:t>
            </a:r>
          </a:p>
          <a:p/>
          <a:p>
            <a:r>
              <a:t>Expected result: Current staff responsibilities are clear and former staff cannot retain unwanted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a language deliberately</a:t>
            </a:r>
          </a:p>
          <a:p/>
          <a:p>
            <a:r>
              <a:t>1. Open Languages and choose + Add Language.</a:t>
            </a:r>
          </a:p>
          <a:p/>
          <a:p>
            <a:r>
              <a:t>2. Follow the numbered language setup: enter the code, name and local name, then check the module and administrator choices.</a:t>
            </a:r>
          </a:p>
          <a:p/>
          <a:p>
            <a:r>
              <a:t>3. Review the summary before saving. Creating a language does not create reviewed translations or public cultural content.</a:t>
            </a:r>
          </a:p>
          <a:p/>
          <a:p>
            <a:r>
              <a:t>Expected result: The intended language exists with its configuration ready for checked content.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 language before activation</a:t>
            </a:r>
          </a:p>
          <a:p/>
          <a:p>
            <a:r>
              <a:t>1. Open Languages and select the language.</a:t>
            </a:r>
          </a:p>
          <a:p/>
          <a:p>
            <a:r>
              <a:t>2. Check its labels, assigned staff and collections. Confirm that any public content is reviewed and permitted.</a:t>
            </a:r>
          </a:p>
          <a:p/>
          <a:p>
            <a:r>
              <a:t>3. Use the available activation controls only when the organisation agrees it is ready.</a:t>
            </a:r>
          </a:p>
          <a:p/>
          <a:p>
            <a:r>
              <a:t>Expected result: The public language selection reflects your deliberate decision.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account email settings</a:t>
            </a:r>
          </a:p>
          <a:p/>
          <a:p>
            <a:r>
              <a:t>1. Open System, then Email. Confirm the approved provider, verified sender address and private service key.</a:t>
            </a:r>
          </a:p>
          <a:p/>
          <a:p>
            <a:r>
              <a:t>2. Save the email settings. Choose Send test email to send to your own signed-in account.</a:t>
            </a:r>
          </a:p>
          <a:p/>
          <a:p>
            <a:r>
              <a:t>3. Check both the screen result and your inbox. A provider accepting a message is not proof it reached the inbox.</a:t>
            </a:r>
          </a:p>
          <a:p/>
          <a:p>
            <a:r>
              <a:t>Expected result: You have evidence that the account email path is configured and can be tested.</a:t>
            </a:r>
          </a:p>
          <a:p/>
          <a:p>
            <a:r>
              <a:t>Important: Keep keys secret. Password reset cannot send email while provider credentials or sender approval are missing.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with a failed password reset</a:t>
            </a:r>
          </a:p>
          <a:p/>
          <a:p>
            <a:r>
              <a:t>1. Confirm Email settings and the test result before asking the user to retry.</a:t>
            </a:r>
          </a:p>
          <a:p/>
          <a:p>
            <a:r>
              <a:t>2. Ask the user to request a fresh link, check spam and use the newest link within 30 minutes.</a:t>
            </a:r>
          </a:p>
          <a:p/>
          <a:p>
            <a:r>
              <a:t>3. Keep the user’s reset link and new password private. Record the problem without including either.</a:t>
            </a:r>
          </a:p>
          <a:p/>
          <a:p>
            <a:r>
              <a:t>Expected result: The user can follow a safe recovery path once email delivery is available.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and protect a database backup</a:t>
            </a:r>
          </a:p>
          <a:p/>
          <a:p>
            <a:r>
              <a:t>1. Open Backup and choose Backup Now when a backup is authorised.</a:t>
            </a:r>
          </a:p>
          <a:p/>
          <a:p>
            <a:r>
              <a:t>2. Wait for confirmation, then check the new file in the list. Store any downloaded copy in the organisation’s protected location.</a:t>
            </a:r>
          </a:p>
          <a:p/>
          <a:p>
            <a:r>
              <a:t>3. Ask the technical maintainer to verify recovery. A database backup does not contain the actual picture, audio or video files.</a:t>
            </a:r>
          </a:p>
          <a:p/>
          <a:p>
            <a:r>
              <a:t>Expected result: A protected database snapshot is recorded; separate media backup and recovery checks are arranged.</a:t>
            </a:r>
          </a:p>
          <a:p/>
          <a:p>
            <a:r>
              <a:t>Important: Backup files contain sensitive account data. Never attach them to a public message or training exercise.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public terms and support information</a:t>
            </a:r>
          </a:p>
          <a:p/>
          <a:p>
            <a:r>
              <a:t>1. Open System and review the General settings and Terms &amp; Privacy tab.</a:t>
            </a:r>
          </a:p>
          <a:p/>
          <a:p>
            <a:r>
              <a:t>2. Replace draft organisation details with the verified operator and support information before publishing those texts.</a:t>
            </a:r>
          </a:p>
          <a:p/>
          <a:p>
            <a:r>
              <a:t>3. Have the responsible institution approve the wording. Check the public pages after saving.</a:t>
            </a:r>
          </a:p>
          <a:p/>
          <a:p>
            <a:r>
              <a:t>Expected result: Readers can find the correct organisation and support information.</a:t>
            </a:r>
          </a:p>
          <a:p/>
          <a:p>
            <a:r>
              <a:t>Important: Do not publish a legal draft containing bracketed placeholders or unapproved promises.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AI settings and feedback responsibly</a:t>
            </a:r>
          </a:p>
          <a:p/>
          <a:p>
            <a:r>
              <a:t>1. Use API Keys and AI Monitoring only for the services and records you are permitted to manage.</a:t>
            </a:r>
          </a:p>
          <a:p/>
          <a:p>
            <a:r>
              <a:t>2. Keep service credentials private. Test ordinary questions without submitting restricted interviews or personal information.</a:t>
            </a:r>
          </a:p>
          <a:p/>
          <a:p>
            <a:r>
              <a:t>3. Investigate wrong answers using their sources and feedback. Do not describe untested language or image models as reliable.</a:t>
            </a:r>
          </a:p>
          <a:p/>
          <a:p>
            <a:r>
              <a:t>Expected result: AI support is used with clear source and privacy checks.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maintenance and ownership controls carefully</a:t>
            </a:r>
          </a:p>
          <a:p/>
          <a:p>
            <a:r>
              <a:t>1. Before enabling maintenance, tell the affected staff and agree when access will return.</a:t>
            </a:r>
          </a:p>
          <a:p/>
          <a:p>
            <a:r>
              <a:t>2. Read each control and confirmation. Confirm the public view afterwards.</a:t>
            </a:r>
          </a:p>
          <a:p/>
          <a:p>
            <a:r>
              <a:t>3. Do not delete the Master Super Admin account to transfer responsibility. Arrange the approved institutional ownership process first.</a:t>
            </a:r>
          </a:p>
          <a:p/>
          <a:p>
            <a:r>
              <a:t>Expected result: High-impact changes have an owner, a reason and a checked result.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an orderly handover</a:t>
            </a:r>
          </a:p>
          <a:p/>
          <a:p>
            <a:r>
              <a:t>1. Give each person their own account, role guide and approved website address.</a:t>
            </a:r>
          </a:p>
          <a:p/>
          <a:p>
            <a:r>
              <a:t>2. Keep private service details, backup locations and recovery contacts in a restricted handover record.</a:t>
            </a:r>
          </a:p>
          <a:p/>
          <a:p>
            <a:r>
              <a:t>3. Record which service and device checks have actually passed. Treat physical-server migration and store release as separate planned work.</a:t>
            </a:r>
          </a:p>
          <a:p/>
          <a:p>
            <a:r>
              <a:t>Expected result: The next responsible person can operate the system without sharing passwords or guessing what was tested.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Identify which duties you may delegate and which require Master Super Admin authority.</a:t>
            </a:r>
          </a:p>
          <a:p/>
          <a:p>
            <a:r>
              <a:t>2. Explain how to check account email delivery without sharing a key or reset link.</a:t>
            </a:r>
          </a:p>
          <a:p/>
          <a:p>
            <a:r>
              <a:t>3. Explain what the database backup includes, what it excludes, and how you would request a recovery check.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Researchers and institutional readers</a:t>
            </a:r>
          </a:p>
          <a:p/>
          <a:p>
            <a:r>
              <a:t>1. You will be able to distinguish public reading from authorised research access and request help safely.</a:t>
            </a:r>
          </a:p>
          <a:p/>
          <a:p>
            <a:r>
              <a:t>2. Read the common steps on slides 4–19 when you need them. Then follow the tasks in this section.</a:t>
            </a:r>
          </a:p>
          <a:p/>
          <a:p>
            <a:r>
              <a:t>3. Use only the duties and language assigned to your own account. Choose Contents at the bottom of a slide to return to the role list.</a:t>
            </a:r>
          </a:p>
          <a:p/>
          <a:p>
            <a:r>
              <a:t>Expected result: Read a step, try it, and check the result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your access before you begin</a:t>
            </a:r>
          </a:p>
          <a:p/>
          <a:p>
            <a:r>
              <a:t>1. A researcher interest describes your purpose. It does not unlock private interviews or staff screens.</a:t>
            </a:r>
          </a:p>
          <a:p/>
          <a:p>
            <a:r>
              <a:t>2. Start with the public library and approved sources available to ordinary accounts.</a:t>
            </a:r>
          </a:p>
          <a:p/>
          <a:p>
            <a:r>
              <a:t>3. For internal research material, contact the person responsible for the collection. Use only the access they formally assign.</a:t>
            </a:r>
          </a:p>
          <a:p/>
          <a:p>
            <a:r>
              <a:t>Expected result: You know which material you may use without borrowing another person’s account.</a:t>
            </a:r>
          </a:p>
          <a:p/>
          <a:p>
            <a:r>
              <a:t>Important: Your assigned role and language determine which records you may open.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a word in the public dictionary</a:t>
            </a:r>
          </a:p>
          <a:p/>
          <a:p>
            <a:r>
              <a:t>1. On the public website, open the dictionary page and find its search box.</a:t>
            </a:r>
          </a:p>
          <a:p/>
          <a:p>
            <a:r>
              <a:t>2. Enter a Dholuo word or an English or Kiswahili meaning. Wait for the results, then read the relevant entry.</a:t>
            </a:r>
          </a:p>
          <a:p/>
          <a:p>
            <a:r>
              <a:t>3. If there is no result, check spelling or try another word. A missing published entry is not proof that the word does not exist.</a:t>
            </a:r>
          </a:p>
          <a:p/>
          <a:p>
            <a:r>
              <a:t>Expected result: You can use the dictionary search where it is offered.</a:t>
            </a:r>
          </a:p>
          <a:p/>
          <a:p>
            <a:r>
              <a:t>Important: The shared app’s Muma screen uses collection filters; it may not show this website search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source, not only an AI answer</a:t>
            </a:r>
          </a:p>
          <a:p/>
          <a:p>
            <a:r>
              <a:t>1. Open the approved entry and read its description, language and source credit.</a:t>
            </a:r>
          </a:p>
          <a:p/>
          <a:p>
            <a:r>
              <a:t>2. For an AI answer, open the cited platform entries and compare the answer with them.</a:t>
            </a:r>
          </a:p>
          <a:p/>
          <a:p>
            <a:r>
              <a:t>3. Record the source title and permitted reference details for your research notes. Follow the organisation’s citation and reuse rules.</a:t>
            </a:r>
          </a:p>
          <a:p/>
          <a:p>
            <a:r>
              <a:t>Expected result: Your notes refer to actual approved material rather than an uncited generated answer.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private research access properly</a:t>
            </a:r>
          </a:p>
          <a:p/>
          <a:p>
            <a:r>
              <a:t>1. Describe your research purpose, the collection needed and who will use it.</a:t>
            </a:r>
          </a:p>
          <a:p/>
          <a:p>
            <a:r>
              <a:t>2. Ask the person responsible for the collection what permission, consent and access conditions apply.</a:t>
            </a:r>
          </a:p>
          <a:p/>
          <a:p>
            <a:r>
              <a:t>3. Wait for approval. Do not treat a visible title, an imported file or a colleague’s copy as permission to reuse it.</a:t>
            </a:r>
          </a:p>
          <a:p/>
          <a:p>
            <a:r>
              <a:t>Expected result: The access request can be considered by the responsible person.</a:t>
            </a:r>
          </a:p>
          <a:p/>
          <a:p>
            <a:r>
              <a:t>Important: Research-only, teaching and public sharing are different permissions.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authorised reviewers: open transcripts</a:t>
            </a:r>
          </a:p>
          <a:p/>
          <a:p>
            <a:r>
              <a:t>1. This step applies only if you have separately been assigned a role that can read the internal transcript library.</a:t>
            </a:r>
          </a:p>
          <a:p/>
          <a:p>
            <a:r>
              <a:t>2. Open Transcripts from the staff menu. Choose the permitted session in your assigned language.</a:t>
            </a:r>
          </a:p>
          <a:p/>
          <a:p>
            <a:r>
              <a:t>3. Check the session reference and read only the material allowed by your approval.</a:t>
            </a:r>
          </a:p>
          <a:p/>
          <a:p>
            <a:r>
              <a:t>Expected result: An authorised reader reaches the correct internal session.</a:t>
            </a:r>
          </a:p>
          <a:p/>
          <a:p>
            <a:r>
              <a:t>Important: If Transcripts is missing or access is refused, ask the custodian. Do not try another user’s login.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transcript sections carefully</a:t>
            </a:r>
          </a:p>
          <a:p/>
          <a:p>
            <a:r>
              <a:t>1. Open the permitted session and choose a segment, or Expand all segments.</a:t>
            </a:r>
          </a:p>
          <a:p/>
          <a:p>
            <a:r>
              <a:t>2. Keep the source reference with your notes. An AI summary is not a replacement for the original text.</a:t>
            </a:r>
          </a:p>
          <a:p/>
          <a:p>
            <a:r>
              <a:t>3. Do not translate, publish, export or submit internal text to an external AI service without the required permission.</a:t>
            </a:r>
          </a:p>
          <a:p/>
          <a:p>
            <a:r>
              <a:t>Expected result: Your work retains its connection to the permitted original source.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an export rather than assuming permission</a:t>
            </a:r>
          </a:p>
          <a:p/>
          <a:p>
            <a:r>
              <a:t>1. Tell the collection owner exactly which records and fields are needed and why.</a:t>
            </a:r>
          </a:p>
          <a:p/>
          <a:p>
            <a:r>
              <a:t>2. Ask for the approved export and any citation, storage, sharing or deletion conditions.</a:t>
            </a:r>
          </a:p>
          <a:p/>
          <a:p>
            <a:r>
              <a:t>3. Check the files and permission record together. Keep participant identities and sensitive locations protected.</a:t>
            </a:r>
          </a:p>
          <a:p/>
          <a:p>
            <a:r>
              <a:t>Expected result: Any research copy has a documented purpose and agreed conditions.</a:t>
            </a:r>
          </a:p>
          <a:p/>
          <a:p>
            <a:r>
              <a:t>Important: An administrator’s technical ability to export is not the same as permission for your study.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a source or consent concern</a:t>
            </a:r>
          </a:p>
          <a:p/>
          <a:p>
            <a:r>
              <a:t>1. Note the item title and reference, and describe the concern without copying restricted text.</a:t>
            </a:r>
          </a:p>
          <a:p/>
          <a:p>
            <a:r>
              <a:t>2. Contact the person responsible for the collection or the administrator who granted your access.</a:t>
            </a:r>
          </a:p>
          <a:p/>
          <a:p>
            <a:r>
              <a:t>3. Pause any disputed reuse until the responsible person confirms what is permitted.</a:t>
            </a:r>
          </a:p>
          <a:p/>
          <a:p>
            <a:r>
              <a:t>Expected result: The rights concern is handled without spreading the disputed material.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your skills before working alone</a:t>
            </a:r>
          </a:p>
          <a:p/>
          <a:p>
            <a:r>
              <a:t>1. Find a public source and explain how you would cite it.</a:t>
            </a:r>
          </a:p>
          <a:p/>
          <a:p>
            <a:r>
              <a:t>2. Explain why the researcher interest does not grant internal access.</a:t>
            </a:r>
          </a:p>
          <a:p/>
          <a:p>
            <a:r>
              <a:t>3. Describe how you would request a transcript or dataset export and check its reuse conditions.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confidently and ask for help</a:t>
            </a:r>
          </a:p>
          <a:p/>
          <a:p>
            <a:r>
              <a:t>1. Keep this one file. Return to Contents whenever you need another task or role.</a:t>
            </a:r>
          </a:p>
          <a:p/>
          <a:p>
            <a:r>
              <a:t>2. If a screen is empty, access is refused or a service is unavailable, read the message and contact the person who manages your account.</a:t>
            </a:r>
          </a:p>
          <a:p/>
          <a:p>
            <a:r>
              <a:t>3. Give support the screen name, button and message. Never send your password, a reset link or private research material.</a:t>
            </a:r>
          </a:p>
          <a:p/>
          <a:p>
            <a:r>
              <a:t>Expected result: Use your own account and follow the conditions attached to every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20.xml"/><Relationship Id="rId6" Type="http://schemas.openxmlformats.org/officeDocument/2006/relationships/slide" Target="slide33.xml"/><Relationship Id="rId7" Type="http://schemas.openxmlformats.org/officeDocument/2006/relationships/slide" Target="slide38.xml"/><Relationship Id="rId8" Type="http://schemas.openxmlformats.org/officeDocument/2006/relationships/slide" Target="slide49.xml"/><Relationship Id="rId9" Type="http://schemas.openxmlformats.org/officeDocument/2006/relationships/slide" Target="slide60.xml"/><Relationship Id="rId10" Type="http://schemas.openxmlformats.org/officeDocument/2006/relationships/slide" Target="slide70.xml"/><Relationship Id="rId11" Type="http://schemas.openxmlformats.org/officeDocument/2006/relationships/slide" Target="slide79.xml"/><Relationship Id="rId12" Type="http://schemas.openxmlformats.org/officeDocument/2006/relationships/slide" Target="slide88.xml"/><Relationship Id="rId13" Type="http://schemas.openxmlformats.org/officeDocument/2006/relationships/slide" Target="slide101.xml"/><Relationship Id="rId14" Type="http://schemas.openxmlformats.org/officeDocument/2006/relationships/slide" Target="slide112.xml"/><Relationship Id="rId15" Type="http://schemas.openxmlformats.org/officeDocument/2006/relationships/slide" Target="slide12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Relationship Id="rId4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2.xml"/><Relationship Id="rId4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Relationship Id="rId4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Relationship Id="rId4" Type="http://schemas.openxmlformats.org/officeDocument/2006/relationships/slide" Target="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5.xml"/><Relationship Id="rId4" Type="http://schemas.openxmlformats.org/officeDocument/2006/relationships/slide" Target="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Relationship Id="rId4" Type="http://schemas.openxmlformats.org/officeDocument/2006/relationships/slide" Target="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Relationship Id="rId4" Type="http://schemas.openxmlformats.org/officeDocument/2006/relationships/slide" Target="slide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Relationship Id="rId4" Type="http://schemas.openxmlformats.org/officeDocument/2006/relationships/slide" Target="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9.xml"/><Relationship Id="rId4" Type="http://schemas.openxmlformats.org/officeDocument/2006/relationships/slide" Target="slide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0.xml"/><Relationship Id="rId4" Type="http://schemas.openxmlformats.org/officeDocument/2006/relationships/slide" Target="slide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1.xml"/><Relationship Id="rId4" Type="http://schemas.openxmlformats.org/officeDocument/2006/relationships/slide" Target="slide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slide" Target="slide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slide" Target="slide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4.xml"/><Relationship Id="rId4" Type="http://schemas.openxmlformats.org/officeDocument/2006/relationships/slide" Target="slide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5.xml"/><Relationship Id="rId4" Type="http://schemas.openxmlformats.org/officeDocument/2006/relationships/slide" Target="slide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6.xml"/><Relationship Id="rId4" Type="http://schemas.openxmlformats.org/officeDocument/2006/relationships/slide" Target="slide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slide" Target="slide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slide" Target="slide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9.xml"/><Relationship Id="rId4" Type="http://schemas.openxmlformats.org/officeDocument/2006/relationships/slide" Target="slide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0.xml"/><Relationship Id="rId4" Type="http://schemas.openxmlformats.org/officeDocument/2006/relationships/slide" Target="slide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41.xml"/><Relationship Id="rId4" Type="http://schemas.openxmlformats.org/officeDocument/2006/relationships/slide" Target="slide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42.xml"/><Relationship Id="rId4" Type="http://schemas.openxmlformats.org/officeDocument/2006/relationships/slide" Target="slide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3.xml"/><Relationship Id="rId4" Type="http://schemas.openxmlformats.org/officeDocument/2006/relationships/slide" Target="slide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44.xml"/><Relationship Id="rId4" Type="http://schemas.openxmlformats.org/officeDocument/2006/relationships/slide" Target="slide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5.xml"/><Relationship Id="rId4" Type="http://schemas.openxmlformats.org/officeDocument/2006/relationships/slide" Target="slide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46.xml"/><Relationship Id="rId4" Type="http://schemas.openxmlformats.org/officeDocument/2006/relationships/slide" Target="slide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7.xml"/><Relationship Id="rId4" Type="http://schemas.openxmlformats.org/officeDocument/2006/relationships/slide" Target="slide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slide" Target="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slide" Target="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50.xml"/><Relationship Id="rId4" Type="http://schemas.openxmlformats.org/officeDocument/2006/relationships/slide" Target="slide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51.xml"/><Relationship Id="rId4" Type="http://schemas.openxmlformats.org/officeDocument/2006/relationships/slide" Target="slide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52.xml"/><Relationship Id="rId4" Type="http://schemas.openxmlformats.org/officeDocument/2006/relationships/slide" Target="slide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3.xml"/><Relationship Id="rId4" Type="http://schemas.openxmlformats.org/officeDocument/2006/relationships/slide" Target="slide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4.xml"/><Relationship Id="rId4" Type="http://schemas.openxmlformats.org/officeDocument/2006/relationships/slide" Target="slide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55.xml"/><Relationship Id="rId4" Type="http://schemas.openxmlformats.org/officeDocument/2006/relationships/slide" Target="slide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56.xml"/><Relationship Id="rId4" Type="http://schemas.openxmlformats.org/officeDocument/2006/relationships/slide" Target="slide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57.xml"/><Relationship Id="rId4" Type="http://schemas.openxmlformats.org/officeDocument/2006/relationships/slide" Target="slide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8.xml"/><Relationship Id="rId4" Type="http://schemas.openxmlformats.org/officeDocument/2006/relationships/slide" Target="slide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slide" Target="slide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slide" Target="slide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61.xml"/><Relationship Id="rId4" Type="http://schemas.openxmlformats.org/officeDocument/2006/relationships/slide" Target="slide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62.xml"/><Relationship Id="rId4" Type="http://schemas.openxmlformats.org/officeDocument/2006/relationships/slide" Target="slide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3.xml"/><Relationship Id="rId4" Type="http://schemas.openxmlformats.org/officeDocument/2006/relationships/slide" Target="slide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64.xml"/><Relationship Id="rId4" Type="http://schemas.openxmlformats.org/officeDocument/2006/relationships/slide" Target="slide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65.xml"/><Relationship Id="rId4" Type="http://schemas.openxmlformats.org/officeDocument/2006/relationships/slide" Target="slide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66.xml"/><Relationship Id="rId4" Type="http://schemas.openxmlformats.org/officeDocument/2006/relationships/slide" Target="slide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67.xml"/><Relationship Id="rId4" Type="http://schemas.openxmlformats.org/officeDocument/2006/relationships/slide" Target="slide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68.xml"/><Relationship Id="rId4" Type="http://schemas.openxmlformats.org/officeDocument/2006/relationships/slide" Target="slide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slide" Target="slide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slide" Target="slide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71.xml"/><Relationship Id="rId4" Type="http://schemas.openxmlformats.org/officeDocument/2006/relationships/slide" Target="slide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72.xml"/><Relationship Id="rId4" Type="http://schemas.openxmlformats.org/officeDocument/2006/relationships/slide" Target="slide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3.xml"/><Relationship Id="rId4" Type="http://schemas.openxmlformats.org/officeDocument/2006/relationships/slide" Target="slide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74.xml"/><Relationship Id="rId4" Type="http://schemas.openxmlformats.org/officeDocument/2006/relationships/slide" Target="slide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75.xml"/><Relationship Id="rId4" Type="http://schemas.openxmlformats.org/officeDocument/2006/relationships/slide" Target="slide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6.xml"/><Relationship Id="rId4" Type="http://schemas.openxmlformats.org/officeDocument/2006/relationships/slide" Target="slide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77.xml"/><Relationship Id="rId4" Type="http://schemas.openxmlformats.org/officeDocument/2006/relationships/slide" Target="slide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slide" Target="slide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slide" Target="slide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80.xml"/><Relationship Id="rId4" Type="http://schemas.openxmlformats.org/officeDocument/2006/relationships/slide" Target="slide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1.xml"/><Relationship Id="rId4" Type="http://schemas.openxmlformats.org/officeDocument/2006/relationships/slide" Target="slide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82.xml"/><Relationship Id="rId4" Type="http://schemas.openxmlformats.org/officeDocument/2006/relationships/slide" Target="slide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83.xml"/><Relationship Id="rId4" Type="http://schemas.openxmlformats.org/officeDocument/2006/relationships/slide" Target="slide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4.xml"/><Relationship Id="rId4" Type="http://schemas.openxmlformats.org/officeDocument/2006/relationships/slide" Target="slide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85.xml"/><Relationship Id="rId4" Type="http://schemas.openxmlformats.org/officeDocument/2006/relationships/slide" Target="slide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6.xml"/><Relationship Id="rId4" Type="http://schemas.openxmlformats.org/officeDocument/2006/relationships/slide" Target="slide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slide" Target="slide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Relationship Id="rId3" Type="http://schemas.openxmlformats.org/officeDocument/2006/relationships/slide" Target="slide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89.xml"/><Relationship Id="rId4" Type="http://schemas.openxmlformats.org/officeDocument/2006/relationships/slide" Target="slide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90.xml"/><Relationship Id="rId4" Type="http://schemas.openxmlformats.org/officeDocument/2006/relationships/slide" Target="slide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91.xml"/><Relationship Id="rId4" Type="http://schemas.openxmlformats.org/officeDocument/2006/relationships/slide" Target="slide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92.xml"/><Relationship Id="rId4" Type="http://schemas.openxmlformats.org/officeDocument/2006/relationships/slide" Target="slide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93.xml"/><Relationship Id="rId4" Type="http://schemas.openxmlformats.org/officeDocument/2006/relationships/slide" Target="slide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94.xml"/><Relationship Id="rId4" Type="http://schemas.openxmlformats.org/officeDocument/2006/relationships/slide" Target="slide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95.xml"/><Relationship Id="rId4" Type="http://schemas.openxmlformats.org/officeDocument/2006/relationships/slide" Target="slide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6.xml"/><Relationship Id="rId4" Type="http://schemas.openxmlformats.org/officeDocument/2006/relationships/slide" Target="slide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7.xml"/><Relationship Id="rId4" Type="http://schemas.openxmlformats.org/officeDocument/2006/relationships/slide" Target="slide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98.xml"/><Relationship Id="rId4" Type="http://schemas.openxmlformats.org/officeDocument/2006/relationships/slide" Target="slide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9.xml"/><Relationship Id="rId4" Type="http://schemas.openxmlformats.org/officeDocument/2006/relationships/slide" Target="slide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Relationship Id="rId3" Type="http://schemas.openxmlformats.org/officeDocument/2006/relationships/slide" Target="slide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Relationship Id="rId3" Type="http://schemas.openxmlformats.org/officeDocument/2006/relationships/slide" Target="slide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02.xml"/><Relationship Id="rId4" Type="http://schemas.openxmlformats.org/officeDocument/2006/relationships/slide" Target="slide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103.xml"/><Relationship Id="rId4" Type="http://schemas.openxmlformats.org/officeDocument/2006/relationships/slide" Target="slide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104.xml"/><Relationship Id="rId4" Type="http://schemas.openxmlformats.org/officeDocument/2006/relationships/slide" Target="slide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105.xml"/><Relationship Id="rId4" Type="http://schemas.openxmlformats.org/officeDocument/2006/relationships/slide" Target="slide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106.xml"/><Relationship Id="rId4" Type="http://schemas.openxmlformats.org/officeDocument/2006/relationships/slide" Target="slide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7.xml"/><Relationship Id="rId4" Type="http://schemas.openxmlformats.org/officeDocument/2006/relationships/slide" Target="slide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08.xml"/><Relationship Id="rId4" Type="http://schemas.openxmlformats.org/officeDocument/2006/relationships/slide" Target="slide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109.xml"/><Relationship Id="rId4" Type="http://schemas.openxmlformats.org/officeDocument/2006/relationships/slide" Target="slide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10.xml"/><Relationship Id="rId4" Type="http://schemas.openxmlformats.org/officeDocument/2006/relationships/slide" Target="slide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Relationship Id="rId3" Type="http://schemas.openxmlformats.org/officeDocument/2006/relationships/slide" Target="slide3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Relationship Id="rId3" Type="http://schemas.openxmlformats.org/officeDocument/2006/relationships/slide" Target="slide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113.xml"/><Relationship Id="rId4" Type="http://schemas.openxmlformats.org/officeDocument/2006/relationships/slide" Target="slide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114.xml"/><Relationship Id="rId4" Type="http://schemas.openxmlformats.org/officeDocument/2006/relationships/slide" Target="slide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115.xml"/><Relationship Id="rId4" Type="http://schemas.openxmlformats.org/officeDocument/2006/relationships/slide" Target="slide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116.xml"/><Relationship Id="rId4" Type="http://schemas.openxmlformats.org/officeDocument/2006/relationships/slide" Target="slide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117.xml"/><Relationship Id="rId4" Type="http://schemas.openxmlformats.org/officeDocument/2006/relationships/slide" Target="slide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118.xml"/><Relationship Id="rId4" Type="http://schemas.openxmlformats.org/officeDocument/2006/relationships/slide" Target="slide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119.xml"/><Relationship Id="rId4" Type="http://schemas.openxmlformats.org/officeDocument/2006/relationships/slide" Target="slide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0.xml"/><Relationship Id="rId4" Type="http://schemas.openxmlformats.org/officeDocument/2006/relationships/slide" Target="slide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121.xml"/><Relationship Id="rId4" Type="http://schemas.openxmlformats.org/officeDocument/2006/relationships/slide" Target="slide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122.xml"/><Relationship Id="rId4" Type="http://schemas.openxmlformats.org/officeDocument/2006/relationships/slide" Target="slide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3.xml"/><Relationship Id="rId4" Type="http://schemas.openxmlformats.org/officeDocument/2006/relationships/slide" Target="slide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124.xml"/><Relationship Id="rId4" Type="http://schemas.openxmlformats.org/officeDocument/2006/relationships/slide" Target="slide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25.xml"/><Relationship Id="rId4" Type="http://schemas.openxmlformats.org/officeDocument/2006/relationships/slide" Target="slide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slide" Target="slide3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Relationship Id="rId3" Type="http://schemas.openxmlformats.org/officeDocument/2006/relationships/slide" Target="slide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8.xml"/><Relationship Id="rId4" Type="http://schemas.openxmlformats.org/officeDocument/2006/relationships/slide" Target="slide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29.xml"/><Relationship Id="rId4" Type="http://schemas.openxmlformats.org/officeDocument/2006/relationships/slide" Target="slide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30.xml"/><Relationship Id="rId4" Type="http://schemas.openxmlformats.org/officeDocument/2006/relationships/slide" Target="slide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131.xml"/><Relationship Id="rId4" Type="http://schemas.openxmlformats.org/officeDocument/2006/relationships/slide" Target="slide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132.xml"/><Relationship Id="rId4" Type="http://schemas.openxmlformats.org/officeDocument/2006/relationships/slide" Target="slide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133.xml"/><Relationship Id="rId4" Type="http://schemas.openxmlformats.org/officeDocument/2006/relationships/slide" Target="slide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4.xml"/><Relationship Id="rId4" Type="http://schemas.openxmlformats.org/officeDocument/2006/relationships/slide" Target="slide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135.xml"/><Relationship Id="rId4" Type="http://schemas.openxmlformats.org/officeDocument/2006/relationships/slide" Target="slide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6.xml"/><Relationship Id="rId4" Type="http://schemas.openxmlformats.org/officeDocument/2006/relationships/slide" Target="slide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Relationship Id="rId3" Type="http://schemas.openxmlformats.org/officeDocument/2006/relationships/slide" Target="slide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334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2500" y="787400"/>
            <a:ext cx="87630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E5AE42"/>
                </a:solidFill>
                <a:latin typeface="Arial"/>
              </a:defRPr>
            </a:pPr>
            <a:r>
              <a:t>LUO HERITAGE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2500" y="12192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668000" cy="71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0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Complete user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124200"/>
            <a:ext cx="10414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00"/>
              </a:lnSpc>
              <a:spcAft>
                <a:spcPts val="0"/>
              </a:spcAft>
              <a:defRPr sz="2500" b="0">
                <a:solidFill>
                  <a:srgbClr val="F3E6CE"/>
                </a:solidFill>
                <a:latin typeface="Arial"/>
              </a:defRPr>
            </a:pPr>
            <a:r>
              <a:t>One presentation for every user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178300"/>
            <a:ext cx="10668000" cy="14224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406900"/>
            <a:ext cx="10096500" cy="825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100" b="0">
                <a:solidFill>
                  <a:srgbClr val="FFF7E8"/>
                </a:solidFill>
                <a:latin typeface="Arial"/>
              </a:defRPr>
            </a:pPr>
            <a:r>
              <a:t>Start with the common steps. Then go to your role.</a:t>
            </a:r>
          </a:p>
          <a:p>
            <a:pPr>
              <a:lnSpc>
                <a:spcPts val="3000"/>
              </a:lnSpc>
              <a:spcAft>
                <a:spcPts val="0"/>
              </a:spcAft>
              <a:defRPr sz="2100" b="0">
                <a:solidFill>
                  <a:srgbClr val="FFF7E8"/>
                </a:solidFill>
                <a:latin typeface="Arial"/>
              </a:defRPr>
            </a:pPr>
            <a:r>
              <a:t>Read the action, try it, and check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08700"/>
            <a:ext cx="9906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SCREENSHOTS • CLEAR STEPS • ROLE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451600"/>
            <a:ext cx="10414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26 October 2026 | Combined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to use this one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This file contains all user roles. You do not need another guide, a ZIP file or a folder of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to read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first. Then use Contents to open the section for the work you have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actually been assigned.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screenshots use practice details. Your own names, records and menus may look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different. Use approved practice material when trying a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one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PDF for easy reading on a phone or computer. The PowerPoint contains the same slides.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publish, remove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START HERE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138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77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ONE PRESENTATION / ALL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520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96"/>
              </a:lnSpc>
              <a:spcAft>
                <a:spcPts val="0"/>
              </a:spcAft>
              <a:defRPr sz="2900" b="0">
                <a:solidFill>
                  <a:srgbClr val="55351E"/>
                </a:solidFill>
                <a:latin typeface="Georgia"/>
              </a:defRPr>
            </a:pPr>
            <a:r>
              <a:t>Choose your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112776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0">
                <a:solidFill>
                  <a:srgbClr val="252723"/>
                </a:solidFill>
                <a:latin typeface="Arial"/>
              </a:defRPr>
            </a:pPr>
            <a:r>
              <a:t>Select a box, or go to the slide number shown.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457200" y="16891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action="ppaction://hlinksldjump" r:id="rId4"/>
          </p:cNvPr>
          <p:cNvSpPr txBox="1"/>
          <p:nvPr/>
        </p:nvSpPr>
        <p:spPr>
          <a:xfrm>
            <a:off x="622300" y="18288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Common steps — everyone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5118100" y="18161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6248400" y="16891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action="ppaction://hlinksldjump" r:id="rId5"/>
          </p:cNvPr>
          <p:cNvSpPr txBox="1"/>
          <p:nvPr/>
        </p:nvSpPr>
        <p:spPr>
          <a:xfrm>
            <a:off x="6413500" y="18288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Community members</a:t>
            </a:r>
          </a:p>
        </p:txBody>
      </p:sp>
      <p:sp>
        <p:nvSpPr>
          <p:cNvPr id="10" name="TextBox 9">
            <a:hlinkClick action="ppaction://hlinksldjump" r:id="rId5"/>
          </p:cNvPr>
          <p:cNvSpPr txBox="1"/>
          <p:nvPr/>
        </p:nvSpPr>
        <p:spPr>
          <a:xfrm>
            <a:off x="10909300" y="18161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57200" y="23749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action="ppaction://hlinksldjump" r:id="rId6"/>
          </p:cNvPr>
          <p:cNvSpPr txBox="1"/>
          <p:nvPr/>
        </p:nvSpPr>
        <p:spPr>
          <a:xfrm>
            <a:off x="622300" y="25146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Students and learners</a:t>
            </a:r>
          </a:p>
        </p:txBody>
      </p:sp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5118100" y="25019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14" name="Rounded Rectangle 13">
            <a:hlinkClick action="ppaction://hlinksldjump" r:id="rId7"/>
          </p:cNvPr>
          <p:cNvSpPr/>
          <p:nvPr/>
        </p:nvSpPr>
        <p:spPr>
          <a:xfrm>
            <a:off x="6248400" y="23749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7"/>
          </p:cNvPr>
          <p:cNvSpPr txBox="1"/>
          <p:nvPr/>
        </p:nvSpPr>
        <p:spPr>
          <a:xfrm>
            <a:off x="6413500" y="25146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Teachers and lecturers</a:t>
            </a:r>
          </a:p>
        </p:txBody>
      </p:sp>
      <p:sp>
        <p:nvSpPr>
          <p:cNvPr id="16" name="TextBox 15">
            <a:hlinkClick action="ppaction://hlinksldjump" r:id="rId7"/>
          </p:cNvPr>
          <p:cNvSpPr txBox="1"/>
          <p:nvPr/>
        </p:nvSpPr>
        <p:spPr>
          <a:xfrm>
            <a:off x="10909300" y="25019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457200" y="30607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8"/>
          </p:cNvPr>
          <p:cNvSpPr txBox="1"/>
          <p:nvPr/>
        </p:nvSpPr>
        <p:spPr>
          <a:xfrm>
            <a:off x="622300" y="32004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Uploaders</a:t>
            </a:r>
          </a:p>
        </p:txBody>
      </p:sp>
      <p:sp>
        <p:nvSpPr>
          <p:cNvPr id="19" name="TextBox 18">
            <a:hlinkClick action="ppaction://hlinksldjump" r:id="rId8"/>
          </p:cNvPr>
          <p:cNvSpPr txBox="1"/>
          <p:nvPr/>
        </p:nvSpPr>
        <p:spPr>
          <a:xfrm>
            <a:off x="5118100" y="31877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6248400" y="30607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9"/>
          </p:cNvPr>
          <p:cNvSpPr txBox="1"/>
          <p:nvPr/>
        </p:nvSpPr>
        <p:spPr>
          <a:xfrm>
            <a:off x="6413500" y="32004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Cultural reviewers</a:t>
            </a:r>
          </a:p>
        </p:txBody>
      </p:sp>
      <p:sp>
        <p:nvSpPr>
          <p:cNvPr id="22" name="TextBox 21">
            <a:hlinkClick action="ppaction://hlinksldjump" r:id="rId9"/>
          </p:cNvPr>
          <p:cNvSpPr txBox="1"/>
          <p:nvPr/>
        </p:nvSpPr>
        <p:spPr>
          <a:xfrm>
            <a:off x="10909300" y="31877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23" name="Rounded Rectangle 22">
            <a:hlinkClick action="ppaction://hlinksldjump" r:id="rId10"/>
          </p:cNvPr>
          <p:cNvSpPr/>
          <p:nvPr/>
        </p:nvSpPr>
        <p:spPr>
          <a:xfrm>
            <a:off x="457200" y="37465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action="ppaction://hlinksldjump" r:id="rId10"/>
          </p:cNvPr>
          <p:cNvSpPr txBox="1"/>
          <p:nvPr/>
        </p:nvSpPr>
        <p:spPr>
          <a:xfrm>
            <a:off x="622300" y="38862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Content editors</a:t>
            </a:r>
          </a:p>
        </p:txBody>
      </p:sp>
      <p:sp>
        <p:nvSpPr>
          <p:cNvPr id="25" name="TextBox 24">
            <a:hlinkClick action="ppaction://hlinksldjump" r:id="rId10"/>
          </p:cNvPr>
          <p:cNvSpPr txBox="1"/>
          <p:nvPr/>
        </p:nvSpPr>
        <p:spPr>
          <a:xfrm>
            <a:off x="5118100" y="38735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26" name="Rounded Rectangle 25">
            <a:hlinkClick action="ppaction://hlinksldjump" r:id="rId11"/>
          </p:cNvPr>
          <p:cNvSpPr/>
          <p:nvPr/>
        </p:nvSpPr>
        <p:spPr>
          <a:xfrm>
            <a:off x="6248400" y="37465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action="ppaction://hlinksldjump" r:id="rId11"/>
          </p:cNvPr>
          <p:cNvSpPr txBox="1"/>
          <p:nvPr/>
        </p:nvSpPr>
        <p:spPr>
          <a:xfrm>
            <a:off x="6413500" y="38862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Publishers</a:t>
            </a:r>
          </a:p>
        </p:txBody>
      </p:sp>
      <p:sp>
        <p:nvSpPr>
          <p:cNvPr id="28" name="TextBox 27">
            <a:hlinkClick action="ppaction://hlinksldjump" r:id="rId11"/>
          </p:cNvPr>
          <p:cNvSpPr txBox="1"/>
          <p:nvPr/>
        </p:nvSpPr>
        <p:spPr>
          <a:xfrm>
            <a:off x="10909300" y="38735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29" name="Rounded Rectangle 28">
            <a:hlinkClick action="ppaction://hlinksldjump" r:id="rId12"/>
          </p:cNvPr>
          <p:cNvSpPr/>
          <p:nvPr/>
        </p:nvSpPr>
        <p:spPr>
          <a:xfrm>
            <a:off x="457200" y="44323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2"/>
          </p:cNvPr>
          <p:cNvSpPr txBox="1"/>
          <p:nvPr/>
        </p:nvSpPr>
        <p:spPr>
          <a:xfrm>
            <a:off x="622300" y="45720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Language administrators</a:t>
            </a:r>
          </a:p>
        </p:txBody>
      </p:sp>
      <p:sp>
        <p:nvSpPr>
          <p:cNvPr id="31" name="TextBox 30">
            <a:hlinkClick action="ppaction://hlinksldjump" r:id="rId12"/>
          </p:cNvPr>
          <p:cNvSpPr txBox="1"/>
          <p:nvPr/>
        </p:nvSpPr>
        <p:spPr>
          <a:xfrm>
            <a:off x="5118100" y="45593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32" name="Rounded Rectangle 31">
            <a:hlinkClick action="ppaction://hlinksldjump" r:id="rId13"/>
          </p:cNvPr>
          <p:cNvSpPr/>
          <p:nvPr/>
        </p:nvSpPr>
        <p:spPr>
          <a:xfrm>
            <a:off x="6248400" y="44323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13"/>
          </p:cNvPr>
          <p:cNvSpPr txBox="1"/>
          <p:nvPr/>
        </p:nvSpPr>
        <p:spPr>
          <a:xfrm>
            <a:off x="6413500" y="45720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Super Admins</a:t>
            </a:r>
          </a:p>
        </p:txBody>
      </p:sp>
      <p:sp>
        <p:nvSpPr>
          <p:cNvPr id="34" name="TextBox 33">
            <a:hlinkClick action="ppaction://hlinksldjump" r:id="rId13"/>
          </p:cNvPr>
          <p:cNvSpPr txBox="1"/>
          <p:nvPr/>
        </p:nvSpPr>
        <p:spPr>
          <a:xfrm>
            <a:off x="10909300" y="45593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35" name="Rounded Rectangle 34">
            <a:hlinkClick action="ppaction://hlinksldjump" r:id="rId14"/>
          </p:cNvPr>
          <p:cNvSpPr/>
          <p:nvPr/>
        </p:nvSpPr>
        <p:spPr>
          <a:xfrm>
            <a:off x="457200" y="51181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action="ppaction://hlinksldjump" r:id="rId14"/>
          </p:cNvPr>
          <p:cNvSpPr txBox="1"/>
          <p:nvPr/>
        </p:nvSpPr>
        <p:spPr>
          <a:xfrm>
            <a:off x="622300" y="52578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Master Super Admin</a:t>
            </a:r>
          </a:p>
        </p:txBody>
      </p:sp>
      <p:sp>
        <p:nvSpPr>
          <p:cNvPr id="37" name="TextBox 36">
            <a:hlinkClick action="ppaction://hlinksldjump" r:id="rId14"/>
          </p:cNvPr>
          <p:cNvSpPr txBox="1"/>
          <p:nvPr/>
        </p:nvSpPr>
        <p:spPr>
          <a:xfrm>
            <a:off x="5118100" y="52451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38" name="Rounded Rectangle 37">
            <a:hlinkClick action="ppaction://hlinksldjump" r:id="rId15"/>
          </p:cNvPr>
          <p:cNvSpPr/>
          <p:nvPr/>
        </p:nvSpPr>
        <p:spPr>
          <a:xfrm>
            <a:off x="6248400" y="5118100"/>
            <a:ext cx="5486400" cy="5715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15"/>
          </p:cNvPr>
          <p:cNvSpPr txBox="1"/>
          <p:nvPr/>
        </p:nvSpPr>
        <p:spPr>
          <a:xfrm>
            <a:off x="6413500" y="5257800"/>
            <a:ext cx="4191000" cy="3075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2"/>
              </a:lnSpc>
              <a:spcAft>
                <a:spcPts val="0"/>
              </a:spcAft>
              <a:defRPr sz="1550" b="1">
                <a:solidFill>
                  <a:srgbClr val="FFFFFF"/>
                </a:solidFill>
                <a:latin typeface="Arial"/>
              </a:defRPr>
            </a:pPr>
            <a:r>
              <a:t>Researchers and institutional readers</a:t>
            </a:r>
          </a:p>
        </p:txBody>
      </p:sp>
      <p:sp>
        <p:nvSpPr>
          <p:cNvPr id="40" name="TextBox 39">
            <a:hlinkClick action="ppaction://hlinksldjump" r:id="rId15"/>
          </p:cNvPr>
          <p:cNvSpPr txBox="1"/>
          <p:nvPr/>
        </p:nvSpPr>
        <p:spPr>
          <a:xfrm>
            <a:off x="10909300" y="5245100"/>
            <a:ext cx="660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12776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0">
                <a:solidFill>
                  <a:srgbClr val="62685E"/>
                </a:solidFill>
                <a:latin typeface="Arial"/>
              </a:defRPr>
            </a:pPr>
            <a:r>
              <a:t>Missing a button? Ask your administrator to check your assigned role and language.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CONTENTS</a:t>
            </a:r>
          </a:p>
        </p:txBody>
      </p:sp>
      <p:sp>
        <p:nvSpPr>
          <p:cNvPr id="44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138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138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138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138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the library on a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5-mobile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657" y="1460500"/>
            <a:ext cx="1995284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 collection, such as Muma (Dictionary), from the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picture, headphones, video or page icon to choose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type of content. The four-square icon shows all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list or grid button to change the view. Scroll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entries below the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collection shows entries matching your chosen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6703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empty result can mean there are no published entries of that type. Try 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138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your access and saved chats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account menu and choose My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&amp; saved chats.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My access to check your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role. Open a chat from Recent or Archived.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your name, sessions or notifications,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Profile, sessions &amp; notifications from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find your own account details and earlier conversations.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Choosing an interest such as teacher or researcher does not give staff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138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138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138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138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138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pictures, audio or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Find Media and transcripts. Choose a file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the matching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an oral history, confirm permission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choosing Start recording. Stop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the correct files are selected.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while an upload is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selected files stay with the contribution when it is saved successfully.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microphone access is refused, allow it in your device settings or attach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existing recording.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138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the three save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1-save-subm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on this device keeps a local copy,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including selected files. It does not submit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private draft saves an online draft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account. You need a connection.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Submit for reviewer sends the contribution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checking. Wait for confirmation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whether the work is on this device, saved online, or sent for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Clearing browser or app data can remove local drafts. Save again after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making changes.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138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a lesson and keep your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Lessons, games &amp; calendar.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published lesson.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lesson and answer its questions.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Finish &amp; save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result and feedback. Sign in with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same account on another device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your learning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see a saved result or a message saying the attempt is waiting to go online.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score helps you learn; it does not replace a teacher’s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138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to study without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While connected, open a lesson that allows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downloads. Choose Download text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offline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using the same browser or app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profile. Downloaded text can be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internet for up to seven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Reconnect and choose Refresh &amp; sync.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until waiting attempts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been saved online.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Permitted lesson text is available offline and saved attempts can synchronize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These downloads contain text, not the audio or video files. Some lessons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cannot be downloaded.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138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Join a learning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Learning pathways &amp; courses.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 published course and read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course and enroll using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button shown. Start with the available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My enrollments to return later.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are locked, complete the earlier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 and required score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course appears among your enrollments and shows your lesson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courses are available, ask your teacher which published course to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138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Join a class with your teacher’s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9-classroo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in. Open Teaching &amp; my classes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My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your teacher for a current code. Enter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 under Join a class, then choose Join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read its assignments.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 for all submissions.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class appears in My classes.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Class codes expire after seven days and may be replaced earlier. Ask for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new code if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138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Ask the AI chatbot a clear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Chat or Chatbot. Choose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 language and read the processing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agree, allow AI processing. Ask one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clear question and wait for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any sources provided. Ask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follow-up question if you need a simpler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an answer and inspect any linked 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AI can make mistakes. Do not enter private interviews, passwords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learners’ personal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COMMON STEPS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138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Community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find cultural material, ask questions and submit your own contribution.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Find material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or listen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Save or contribute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138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community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2-regis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77" y="1460500"/>
            <a:ext cx="3358444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Create new account from the sign-in screen. Enter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name, email and date of birth.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your language and interests. Read and accept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Terms and Privacy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 your password and submit. If approval is required, wait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 before signing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is created or clearly marked as awaiting approval.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You can choose Google registration if offered, then complete any requested profile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138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your way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7-public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777" y="1460500"/>
            <a:ext cx="2063044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menu on the left. On a phone, use the menu button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 collection such as Muma, Ngero or stories.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smaller label explains its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same menu for lessons, courses, saved items,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contributions and your 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return to a collection or personal screen without starting again.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22 / 138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a word in the public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3-dictionary-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public website, open the dictionary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page and find its search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Dholuo word or an English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Kiswahili meaning. Wait for the results,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then read the relevant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there is no result, check spelling or try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another word. A missing published entry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proof that the word does not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use the dictionary search where it is offered.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shared app’s Muma screen uses collection filters; it may not show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website search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23 / 138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Read, listen and change the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6-desktop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 entry or choose the grid button,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then select its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See description or See this in English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offered. Audio and video use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play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All if a filter shows no results. Save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 is available in signed-in views that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offer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the entry and use the media that has actually been published.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unavailable English description does not mean the original entry is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missing.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24 / 138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Return to saved words and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7-saved-ite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 and choose Save item on an entry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 lesson where that button is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Saved words &amp; items from the menu.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Open collection to return to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Remove saved item when you no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longer need the bookmark.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saved list helps you find material again on the same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Saving a bookmark does not download a file for offline 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25 / 138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Update your profile and read notices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0-account-sett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Profile, sessions &amp; notifications from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 your name or interests and choose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profile. Interests describe you; they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grant staff duties.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your notifications and use Mark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offered. Check Device sessions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need to end an old app sign-in.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profile changes are saved and notices are easy to find.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Sign out all devices ends your current sign-in too. Sign in again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afterwards if you use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26 / 138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Verify your email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account verification and recovery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from your account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Verify email under Action, enter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own account email and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email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 and choose Confirm. Use a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link if the earlier one has expired.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confirmation verifies the address for the intended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screenshot shows the same form set to Reset password. Change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Action to Verify email for this task.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27 / 138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If you decide to delete your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warning first. Deletion removes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sign-in, profile, saved chats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personal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account recovery, choose Delete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account. Request the email link only if you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 to continue.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link and read the confirmation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choosing Confirm. Required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cultural-source and review records can be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retained.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consequences before requesting deletion.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0546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is optional, not a practice task. Active class teachers and the Master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Super Admin may need to resolve their responsibilities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28 / 138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your own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Contribute &amp; submissions 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Contribute button inside a collection.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 the collection and choose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 draft. Enter a short title and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requested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material or material you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permission to share. Mark uncertain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facts for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contribution form contains your draft; it is not published.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29 / 138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30 / 138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what happened to your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1-save-subm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Contribute &amp; submissions, then find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My online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status. If asked to make changes,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Edit draft or requested revision.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reviewer’s request, make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correction, and submit again when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tell the difference between a draft, an item under review and published material.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an item is locked for review, ask the reviewer to return it rather than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creating a duplicate.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31 / 138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COMMUNITY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one collection and change its content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Open a lesson or ask a simple AI question, then check any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Prepare a private practice draft and identify the option that sends it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COMMUNITY MEMBERS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32 / 138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Students and learners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enroll, join a class, study and find your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Join a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Complete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33 / 138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Complete a class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9-student-assign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6" y="1473200"/>
            <a:ext cx="5886067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your class, then choose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assignment. Read the instructions and due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Study assignment lesson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complete the lesson. Return to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 when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work requested and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submission button shown. Wait for a saved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assignment shows your submission rather than an unsaved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assignment is closed or the lesson unavailable, contact your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teacher; do not submit to a different class.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34 / 138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feedback and try again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2-student-feed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same class assignment after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teacher reviews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Refresh assignment and feedback.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score and the teacher’s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new submission is requested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allowed, correct your work and submit 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what to improve and which result belongs to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Sending revised written work clears its previous teacher grade so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teacher can review it again.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35 / 138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Keep your own learning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same account on your phone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computer.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changing devices, reconnect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Refresh &amp; sync for waiting attempts.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leave a class just to change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devices: leaving can delete your work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that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stays linked to the intended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Tell your teacher if you accidentally created two accounts.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36 / 138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Enroll in the course your teacher names and open its first available lesson.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Join your class with a current code and find the assignment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Save one practice result and show where you would read teacher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37 / 138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Teachers and lecturers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run a class and help students find their work and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Create a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Set assignments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Review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38 / 138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that you have teaching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9-classroo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 with your own account.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Teaching &amp; my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Look for Create class or an existing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where your role is teacher.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these are missing, ask the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 to assign teaching access.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Selecting teacher as an interest does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grant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whether you can teach a class or are viewing as a learner.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39 / 138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teaching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8-create-cla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35164"/>
            <a:ext cx="6096000" cy="3616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My classes and choose Create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class title and requested details.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 a published course if the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needs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200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162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Save teaching class. Keep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new class join code private until you invite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class opens and you can see its invitation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254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Teaching a class does not automatically let you publish cultural content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courses.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40 / 138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Invite your learners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9-class-invi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find Class invitations.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 its current join code with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learners.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learners to sign in and use Join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class. Check the member list afterwards.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code is shared too widely, choose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Replace class join code or Disable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join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 learners are listed in the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Codes expire after seven days. A replacement invalidates the previous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code.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41 / 138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Set a useful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2-assignment-ed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17" y="1473200"/>
            <a:ext cx="5142564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choose Create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an available published lesson.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Write a clear title, instructions and due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Save class assignment. Open 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again to check exactly what learners will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assignment is listed for members of this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a lesson in the correct language. If a lesson is withdrawn, choose 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approved replacement.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42 / 138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a learner’s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0-teacher-gra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assignment and choose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learner’s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their work, enter the score and write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feedback that explains one clear next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Save teacher grade and feedback.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for another submission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 is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learner can refresh the assignment to see the saved grade and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Check the learner’s name before saving. Do not discuss individual results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in public chats.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43 / 138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See the class gradebook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1-gradebo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choose View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gradebook.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assignment columns and learner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rows. A teacher’s grade takes priority over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synchronized lesson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Export gradebook CSV only if you are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allowed to keep a spreadsheet copy. Store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 privately.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identify submitted, ungraded and completed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downloaded gradebook contains personal information. Do not share it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as a public attachment.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44 / 138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Manage changes without losing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0-class-assign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Edit assignment before closing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submissions. Read any warning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Close submissions when no more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work should be accepted.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Remove a class member only after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checking the consequences: that action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can remove their class submissions.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Class membership and assignment availability match your intention.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45 / 138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Share teaching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9-class-invi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find Assign a teacher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by existing account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colleague’s exact account email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grant teaching access only if you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their role in the member list. Keep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 least one teacher in each active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colleague has teaching access to this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class teacher is different from a system administrator.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46 / 138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Finish a term or close a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0-class-assign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any permitted reports before closing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Archive class only when teaching,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invitations and submissions should end.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confirmation.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Explain to learners that archived classes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remain readable to existing members,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while new activity is closed.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class is archived rather than accidentally deleted.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leave or remove the last teacher from an active class.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47 / 138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TEACHERS AND LECTURERS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Open a practice class and explain how a student joins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Identify Create assignment, the feedback area and View gradebook.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difference between closing submissions, archiving a class and removing a learner.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TEACHERS AND LECTURERS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48 / 138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Uploaders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add the right material, record permission and follow its review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Submit for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49 / 138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your uploading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5-uploader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609" y="1460500"/>
            <a:ext cx="3297381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 using the account supplied to you. Open the admin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Upload Content. Work only in the language assigned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no collection can be created, check your assigned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 the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content list opens for the languages you are allowed to upload.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Uploaders normally see Dashboard and Upload Content. Other duties require a separate assignment.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50 / 138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before you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collection, language, title and file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names before starting.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who supplied the material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what permission was given. Keep evidence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through the organisation’s approved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 draft when a meaning, translation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is uncertain. Do not guess.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have the information needed for a useful draft.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51 / 138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Enter the contribution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5-admin-dra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appropriate new-content form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from Upload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title and all required collection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fields. Read the text again for missing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Add a clear description and choose Save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draft. An admin upload is a draft until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submitted for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online draft appears in your content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Admin forms use Save draft or Save changes. Community forms use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Save private draft and Submit for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52 / 138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53 / 138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collection details when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extra source or collection details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the known collection date,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reference, location and collector. Leave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unknown details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put personal phone numbers,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sacred site coordinates or private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participant details in a public description.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Reviewers can understand where the material came from without exposing private details.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54 / 138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Know where your draft is saved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5-admin-dra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Upload Content, Save draft or Save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 saves the item online. Wait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 and check the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community Contribute &amp; submissions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form also offers device copies. That is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separate route from the admin upload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device copy is never submitted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automatically. To send an admin draft,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to cultural review in the online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which copy is saved and which action sends it for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Keep the original file until the online item and its attachments have been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checked.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55 / 138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Send the online draft for cultural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4-uploader-draft-l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096791"/>
            <a:ext cx="6096000" cy="2893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 to Upload Content and find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saved draft.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Send to cultural review beside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item. Send it only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Refresh the list and check its status. You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cannot publish an item using only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uploader role.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is marked as submitted or under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English version link opens a separate translation. Complete it where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required before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56 / 138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Respond to a correction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Find the returned item and read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reviewer’s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editable draft, make only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necessary corrections and 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Submit the corrected item again or follow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editor’s handover. Tell the reviewer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what changed.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corrected version is ready for another independent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Editors use Editor Queue. Uploaders use the editable items available 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Upload Content.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57 / 138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files before you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Reopen the saved item and inspect every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attached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 upload failed, reconnect and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whether the text or file was already saved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retrying.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your original source file until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organisation confirms it is safely stored.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item has the intended files and no accidental duplicate uploads.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58 / 138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UPLOADERS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Locate your assigned collection and create a private practice draft.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permission setting you would choose when permission is uncertain.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Show where you would submit the draft, and explain why you cannot publish it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UPLOADERS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59 / 138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Cultural reviewers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make a clear, independent cultural review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Record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60 / 138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the right review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Cultural Review in your staff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 submitted item in your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language. Check that you did not prepare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material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200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162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its source, access settings, full text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attached media before deciding.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reviewing the current version of the intended item.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962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item can change while another reviewer works on it. Refresh if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system asks you 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61 / 138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Complete the cultural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Cultural Review and choose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item. Read its text, source details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attached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spelling, translation, grammar,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pronunciation, examples and cultural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context. Tick only what you have checked.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Add useful notes. If the item is correct,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Approve &amp; Send to Publisher.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item moves to the publisher queue after a successful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 cannot check a recording or meaning, ask for help rather than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ticking the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62 / 138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63 / 138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Request an editor’s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Describe the problem in the notes: say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where it is, why it matters and what needs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Request Editor Changes when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 is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editor fixes the draft and sends it back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cultural review. Check the corrected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version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editor receives a clear change request; the item is not published.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Write useful comments such as “Check the meaning in paragraph two,”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rather than “Wrong.”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64 / 138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Raise a serious cultural concern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material may be culturally false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harmful, explain your concern in the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Propose rejection for reviewer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vote. This asks other assigned reviewers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treat your proposal as a completed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rejection. Wait for the required independent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concern goes to an independent review vote.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For a serious privacy problem, also contact the responsible administrator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promptly.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65 / 138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Vote on another reviewer’s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3-rejection-v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35164"/>
            <a:ext cx="6096000" cy="3616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proposed cultural rejection.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reason and the original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are eligible, choose whether the item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is culturally valid or invalid. Give a clear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reason for an invalid vote.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confirmation and vote count.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cannot vote on your own proposal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vote twice.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independent vote is recorded. The system applies the required threshold.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66 / 138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Keep a useful review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Review History to find your recorded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item’s title and review notes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explaining a decision to an editor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coordinator.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 error is found later, report it with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 reference rather than editing history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concealing the earlier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Other staff can understand how the decision was reached.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67 / 138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learning material with the same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6-less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Lessons, games &amp; calendar if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role offers the content workspace.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a submitted lesson, its questions,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answers, source and audience.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 action only if independently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course review is separate from reviewing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its individual lessons. Ask the coordinator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action is not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Learning material receives the appropriate independent checks.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role that can review material does not automatically let its author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approve their own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68 / 138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one checklist item using an approved practice contribution.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Describe how to request an editor change and how the item returns to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why a proposed rejection needs independent votes.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69 / 138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Content editors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correct content without bypassing the review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Correct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Return for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70 / 138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Correct an item returned by a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Editor Queue. Find the item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Edit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requested changes. Correct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text or files, then save your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 to the queue and choose Send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 review. The reviewer must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corrected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corrected item returns to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Saving an edit does not publish it. Keep the source’s meaning and credit.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71 / 138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Make a careful 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reviewer’s request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the draft. Keep the original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 spelling, formatting, descriptions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the requested collection details. Do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invent missing translations.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changes, reopen the item and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that the corrected version is shown.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saved draft reflects the requested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For a disputed meaning, ask a cultural reviewer rather than silently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replacing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72 / 138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73 / 138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Return the item to the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Go back to Editor Queue after saving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Send to cultural review beside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item.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success message. The item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should leave the editable queue when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handover succeeds.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current corrected version is ready for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item has already moved, refresh instead of sending a stale copy.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74 / 138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a lesson or game draft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4-lesson-ed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Lessons, games &amp; calendar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 workspace when offered.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Create content. Write the title,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content, level and audience; add checked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questions and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private draft and submit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review. Do not approve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resource.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resource is a draft or submitted item, not automatically public.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written question game is different from a live multiplayer game.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75 / 138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Build a course from approved lessons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Learning pathways &amp; courses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enable Course staff workspace.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Create course. Use published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from the same language, place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them in order and set required scores.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course draft, open it and submit 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course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course draft links the intended approved lessons.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Changing a published course requires another review before publication.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76 / 138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Avoid duplicate or unfinished corrections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saving fails, keep the draft open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Reopen or refresh only after preserving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unsaved text in a trusted place. Check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current item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another person has already changed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item, read their changes before trying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update the intended current version and avoid overwriting another person’s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77 / 138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a practice correction and identify the requested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Save a corrected draft and locate Send to cultural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why editing, cultural review and publication are separate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78 / 138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Publishers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check a reviewed item and distinguish public release from internal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Release correctly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79 / 138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carefully before choosing Publish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Publishing Queue and read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culturally reviewed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text, attached files,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and public access settings. Add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note if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Publish only when the item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ready. Read the confirmation: an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approval can remain 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Eligible public material becomes available to readers; internal material remains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Publish button is not permission to release sacred, restricted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research-only material.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80 / 138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81 / 138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a final pre-publication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title, language and current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version are correct and the cultural review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is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files and read descriptions,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translations and source credit. Check that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sharing is actually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anything is unclear, stop and contact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reviewer or language administrator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release decision is based on the complete item and its permission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82 / 138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the confirmation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After choosing Publish, read the full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success message.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release means eligible readers can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see the item. Internal curation means 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remains private.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change consent or access merely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make an internally approved item appear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public library.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whether the item was publicly released or privately curated.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83 / 138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the reader’s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6-desktop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public library, preferably in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separate signed-out browser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correct collection and content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type. Find the released item and try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is missing, confirm the release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message, language, permission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selected filter before escalating.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public item is readable and its files are usable.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test private content by sharing a staff-only link with a member of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public.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84 / 138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Keep the publication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Published History to find earlier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releases.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any concern with the item’s title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reference, and notify the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 urgent rights or privacy issue is found,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request the approved withdrawal process.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assume a saved edit removes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Publication decisions and later concerns can be traced.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85 / 138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Publish lessons and courses separately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the learning content workspace, inspect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validated resources and use publish 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permitted.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 course, open its staff view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Publish course after independent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that both the course and its linked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are available to the intended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Learners see a usable course with available lessons.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You cannot independently approve a resource you authored yourself.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86 / 138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checks you make before Publish.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Distinguish a public release from an internal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the public collection and explain how you would report an incorrect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87 / 138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Language administrators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manage your language’s work while keeping staff duties clear.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Coordinate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Follow up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88 / 138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your language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1-language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766" y="1460500"/>
            <a:ext cx="2015066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admin dashboard and confirm the selected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Content, Cultural Review, Editor Queue and Publishing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Queue to find work at each stage.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Media, Users and Transcripts only for the material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people in your permitted scope.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direct a question to the right screen and staff member.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89 / 138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users without changing the wrong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8-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Users. Find the person by their own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 and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their details and check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 and current access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only the changes allowed by your role.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every confirmation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suspending or activating accounts.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account has the correct status and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select every account to solve a problem affecting one person.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90 / 138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Give a person only the access they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8-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person’s account details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verify their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role controls available to you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language. If staff creation is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offered, ask a Super Admin.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assignment in the person’s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access list and ask them to sign in again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 has not refreshed.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right person can do their assigned task in the intended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Language access does not allow you to grant Super Admin ownership.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91 / 138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Coordinate a review without skipping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oldest waiting items and who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assigned to each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uploader to complete missing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details, the reviewer to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accuracy, or the editor to make requested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independent review: broad access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does not make it appropriate to approve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own submission.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Work moves through the intended people and checks.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92 / 138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Complete the cultural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Cultural Review and choose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item. Read its text, source details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attached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spelling, translation, grammar,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pronunciation, examples and cultural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context. Tick only what you have checked.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Add useful notes. If the item is correct,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Approve &amp; Send to Publisher.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item moves to the publisher queue after a successful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 cannot check a recording or meaning, ask for help rather than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ticking the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93 / 138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Correct an item returned by a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Editor Queue. Find the item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Edit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requested changes. Correct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text or files, then save your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 to the queue and choose Send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 review. The reviewer must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corrected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corrected item returns to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Saving an edit does not publish it. Keep the source’s meaning and credit.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94 / 138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carefully before choosing Publish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Publishing Queue and read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culturally reviewed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text, attached files,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and public access settings. Add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note if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Publish only when the item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ready. Read the confirmation: an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approval can remain 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Eligible public material becomes available to readers; internal material remains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Publish button is not permission to release sacred, restricted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research-only material.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95 / 138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media and translation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Media and the relevant content item.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files, labels and access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Translations to review the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labels and available translations. Missing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text needs a checked translation.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responsible content editor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reviewer to correct inaccurate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collection is usable in the intended language without misleading labels.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96 / 138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Handle teaching access and learning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9-classroo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that a teacher has been given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actual teaching access; an interest on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profile is not enough.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lessons and courses are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published only after independent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teachers to handle class membership,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assignments and gradebooks within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Teachers can use the right classes and learners can open approved lessons.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97 / 138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activity and AI reports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1-language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766" y="1460500"/>
            <a:ext cx="2015066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Analytics for the activity recorded by the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AI Monitoring to review recorded questions, feedback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concerns within your allowed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Treat low counts as a reason to investigate usage, not as proof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 a technical fault. Escalate private-data or accuracy concerns.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recorded activity without inventing missing results.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98 / 138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Handle a permission or privacy complaint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Note the affected item and what the person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says is wrong. Avoid copying the private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 into your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Notify the responsible institutional owner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arrange the permitted restriction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withdrawal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the final public view matches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decision and retain the review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concern has an owner and a documented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resolve a complaint by silently removing source evidence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review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99 / 138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Name the person responsible for each stage of a contribution.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Check a practice account’s language and duties without granting extra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how you would handle a missing teacher button or a privacy complaint.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100 / 138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Super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coordinate access and monitor work without confusing oversight with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editorial permission.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Oversee 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Support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101 / 138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your wider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2-super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0500"/>
            <a:ext cx="1813559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Workflow and Library to inspect content, people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Insights to see Analytics, AI Monitoring and Audit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Administration contains Languages, Admins, Backup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System. Visibility does not mean every action is allowed.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find the right area without assuming that every visible button is yours to 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102 / 138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Know the limits of Super Admin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1-super-admin-sta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oversee the languages assigned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and may create permitted staff within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that 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Editing, cultural review, uploading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publishing still require their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 duties.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Only the Master Super Admin can create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remove Super Admin authority. Database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backups are also reserved for that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when to act and when to refer the request to the Master Super 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103 / 138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staff account for the right person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7-add-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Admins, then choose + Add Admin.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person’s email and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only the role and language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needs. Set a strong temporary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account. Share access details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privately with that person and ask them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 their own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staff member appears in Administrators with the intended role and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Only the Master Super Admin can create or remove Super Admin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authority.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104 / 138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users without changing the wrong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8-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Users. Find the person by their own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 and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their details and check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 and current access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only the changes allowed by your role.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every confirmation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suspending or activating accounts.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account has the correct status and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select every account to solve a problem affecting one person.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105 / 138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staff assignments regularly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1-super-admin-sta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 and verify each person’s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status, language and duty.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person changes duties, update access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through the permitted controls; do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 another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every revoke or deactivate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confirmation. Revoking staff duties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from deleting the person’s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Staff have the access needed for current work and no unnecessary authority.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106 / 138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a user regain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which email and language they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should be using. Do not ask for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Guide them to Forgotten password?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newest email link. Check whether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is active.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password emails are not being delivered,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authorised system owner to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 settings and the test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user receives the right recovery instructions without exposing their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107 / 138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activity and recorded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2-super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0500"/>
            <a:ext cx="1813559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Analytics and AI Monitoring to inspect recorded activity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Audit Logs to see who changed a record or setting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Investigate unexpected changes with the responsible staff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member. Do not alter evidence to hide a mistake.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follow a concern to the relevant person and recorded action.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108 / 138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System settings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9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System and read the selected tab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changing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 only a setting you understand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are authorised to manage. Save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group of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result afterwards. For service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keys, backup, legal ownership or an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unavailable control, contact the Master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Super Admin.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deliberate saved change has the intended effect.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include secret service keys in screenshots, slides, email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support messages.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109 / 138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Coordinate content and learning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Route incomplete uploads to uploaders,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corrections to editors and cultural concerns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reviewers.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assigned publisher to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release readiness. Do not bypass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class work, involve the teacher. Keep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 results and research material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right person handles the issue without excessive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110 / 138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difference between a Super Admin and the Master Super Admin.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Create no live accounts during practice; instead identify the correct role and language in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the recovery, monitoring and escalation paths for a reported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111 / 138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Master Super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oversee high-impact actions, delegate responsibly and keep the platform’s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records safe.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Protect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Assign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Keep records safe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112 / 138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Your role carries overall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6-master-acc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protected account. Confirm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My access shows Master Super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organisation’s ownership, support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arrangements and recovery contact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current.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Delegate ordinary work to named staff;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broad access is not a reason to bypass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which responsibilities must remain with the institutional owner.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Check My access on your own account; the screenshot uses a labelled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practice account.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113 / 138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or change Super Admin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7-add-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Admins, then + Add Admin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prepare a new staff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 Super Admin only for a trusted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with an agreed responsibility.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 the languages they oversee.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saved account carefully.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consequences before revoking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deactivating a Super Admin.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Only the intended person receives the intended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create a shared administrator account for a team.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114 / 138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staff account for the right person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7-add-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Admins, then choose + Add Admin.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person’s email and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only the role and language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needs. Set a strong temporary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account. Share access details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privately with that person and ask them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 their own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staff member appears in Administrators with the intended role and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Only the Master Super Admin can create or remove Super Admin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authority.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115 / 138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Maintain your staff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6-administrato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Administrators and review each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name, email, language and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Remove unneeded authority through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permitted controls after confirming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ownership of ongoing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cultural reviewers, editors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publishers distinct wherever possible.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the reason for important access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Current staff responsibilities are clear and former staff cannot retain unwanted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116 / 138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a language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3-new-langu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Languages and choose + Add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 the numbered language setup: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code, name and local name, then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module and administrator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 the summary before saving.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Creating a language does not create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reviewed translations or public cultural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language exists with its configuration ready for checked content.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117 / 138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a language before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1-langu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Languages and select the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its labels, assigned staff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collections. Confirm that any public content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is reviewed and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200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162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available activation controls 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the organisation agrees it is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public language selection reflects your deliberate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118 / 138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account email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0-email-sett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System, then Email. Confirm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approved provider, verified sender address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private service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email settings. Choose Send test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 to send to your own signed-in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both the screen result and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inbox. A provider accepting a message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proof it reached the inbox.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have evidence that the account email path is configured and can be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Keep keys secret. Password reset cannot send email while provider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credentials or sender approval are missing.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119 / 138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with a failed password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Email settings and the test result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asking the user to retry.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user to request a fresh link,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spam and use the newest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user’s reset link and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 private. Record the problem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including either.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user can follow a safe recovery path once email delivery is available.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120 / 138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Make and protect a database backup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2-back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Backup and choose Backup Now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a backup is authorised.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Wait for confirmation, then check the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file in the list. Store any downloaded copy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the organisation’s protected 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technical maintainer to verify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recovery. A database backup does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contain the actual picture, audio or video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protected database snapshot is recorded; separate media backup and recovery checks are arranged.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Backup files contain sensitive account data. Never attach them to a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public message or training exercise.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121 / 138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public terms and support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9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System and review the General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settings and Terms &amp; Privacy tab.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Replace draft organisation details with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verified operator and support information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publishing those texts.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the responsible institution approve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wording. Check the public pages after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Readers can find the correct organisation and support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publish a legal draft containing bracketed placeholders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unapproved promises.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122 / 138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Treat AI settings and feedback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API Keys and AI Monitoring only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services and records you are permitted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manage.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service credentials private. Test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ordinary questions without submitting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restricted interviews or personal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Investigate wrong answers using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sources and feedback. Do not describe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untested language or image models as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reliable.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AI support is used with clear source and privacy checks.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123 / 138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maintenance and ownership controls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9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enabling maintenance, tell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affected staff and agree when access will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each control and confirmation.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public view afterwards.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delete the Master Super Admin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to transfer responsibility. Arrange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approved institutional ownership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process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High-impact changes have an owner, a reason and a checked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124 / 138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an orderly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2-super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0500"/>
            <a:ext cx="1813559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Give each person their own account, role guide and approved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website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private service details, backup locations and recovery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contacts in a restricted handover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which service and device checks have actually passed.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Treat physical-server migration and store release as separate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planned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next responsible person can operate the system without sharing passwords or guessing what was tested.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125 / 138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Identify which duties you may delegate and which require Master Super Admin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how to check account email delivery without sharing a key or reset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what the database backup includes, what it excludes, and how you would request a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recovery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126 / 138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Researchers and institutional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You will be able to distinguish public reading from authorised research access and request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help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the common steps on slides 4–19 when you need them. Then follow the tasks in this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only the duties and language assigned to your own account. Choose Contents at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bottom of a slide to return to the role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Confirm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Respect conditions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 a step, try it, and check the result before moving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127 / 138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your access before you begin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researcher interest describes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purpose. It does not unlock private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interviews or staff screens.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Start with the public library and approved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sources available to ordinary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internal research material, contact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responsible for the collection.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only the access they formally assign.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which material you may use without borrowing another person’s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Your assigned role and language determine which records you may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128 / 138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a word in the public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3-dictionary-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public website, open the dictionary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page and find its search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Dholuo word or an English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Kiswahili meaning. Wait for the results,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then read the relevant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there is no result, check spelling or try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another word. A missing published entry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proof that the word does not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use the dictionary search where it is offered.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shared app’s Muma screen uses collection filters; it may not show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website search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129 / 138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a source, not only an AI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6-desktop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approved entry and read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description, language and source credit.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an AI answer, open the cited platform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entries and compare the answer with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the source title and permitted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reference details for your research notes.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 the organisation’s citation and reuse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notes refer to actual approved material rather than an uncited generated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130 / 138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Request private research access properly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Describe your research purpose,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 needed and who will use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person responsible for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 what permission, consent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access conditions apply.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Wait for approval. Do not treat a visible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title, an imported file or a colleague’s copy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 permission to reuse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access request can be considered by the responsible person.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Research-only, teaching and public sharing are different permissions.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131 / 138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 authorised reviewers: open transcripts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This step applies only if you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separately been assigned a role that can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internal transcript library.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Transcripts from the staff menu.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permitted session in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assigned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session reference and read 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material allowed by your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authorised reader reaches the correct internal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Transcripts is missing or access is refused, ask the custodian. Do not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try another user’s login.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132 / 138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transcript sections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4-transcript-seg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permitted session and choose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segment, or Expand all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source reference with your notes.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 AI summary is not a replacement for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original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translate, publish, export or submit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internal text to an external AI service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the required permission.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retains its connection to the permitted original 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133 / 138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134 / 138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Request an export rather than assuming permission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Tell the collection owner exactly which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records and fields are needed and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for the approved export and any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citation, storage, sharing or deletion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files and permission record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together. Keep participant identities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sensitive locations protected.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Any research copy has a documented purpose and agreed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administrator’s technical ability to export is not the same as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for your study.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135 / 138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Report a source or consent concern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Note the item title and reference,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describe the concern without copying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restricted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Contact the person responsible for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 or the administrator who granted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Pause any disputed reuse until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responsible person confirms what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permitted.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rights concern is handled without spreading the disputed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136 / 138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your skills before working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a public source and explain how you would cite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why the researcher interest does not grant internal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Describe how you would request a transcript or dataset export and check its reuse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137 / 138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HELP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Finish confidently and ask for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Keep this one file. Return to Contents whenever you need another task or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If a screen is empty, access is refused or a service is unavailable, read the message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contact the person who manages your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Give support the screen name, button and message. Never send your password, a reset link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or private research material.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your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for help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your own account and follow the conditions attached to every source.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HELP AND NEXT STEPS</a:t>
            </a:r>
          </a:p>
        </p:txBody>
      </p:sp>
      <p:sp>
        <p:nvSpPr>
          <p:cNvPr id="26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138 / 138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Complete User Training</dc:title>
  <dc:subject>One presentation for all user roles; illustrated self-study training</dc:subject>
  <dc:creator>Luo Heritage</dc:creator>
  <cp:keywords>user training, all roles, screenshots, self-study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