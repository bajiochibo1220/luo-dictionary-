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Self-study guide. Screenshots show actual interface components rendered with clearly labelled sample data, not a production acceptance demonstration. No real account or cultural record was changed to make these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here: learn at your own pace</a:t>
            </a:r>
          </a:p>
          <a:p/>
          <a:p>
            <a:r>
              <a:t>1. Read a slide, try its action, then check the result. Tap means click. Gold circles mark important controls in the screenshots.</a:t>
            </a:r>
          </a:p>
          <a:p/>
          <a:p>
            <a:r>
              <a:t>2. Use your own account. Your organisation supplies the correct website address and any staff access.</a:t>
            </a:r>
          </a:p>
          <a:p/>
          <a:p>
            <a:r>
              <a:t>3. Screenshots show the current interface with practice details. Actual names, content and menus may differ.</a:t>
            </a:r>
          </a:p>
          <a:p/>
          <a:p>
            <a:r>
              <a:t>Expected result: You will be able to manage your language’s work while keeping staff duties clear.</a:t>
            </a:r>
          </a:p>
          <a:p/>
          <a:p>
            <a:r>
              <a:t>Important: If your menu looks different, first check My access. Do not ask someone to lend you their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guide covers</a:t>
            </a:r>
          </a:p>
          <a:p/>
          <a:p>
            <a:r>
              <a:t>1. Understand your language’s menu, people and content.</a:t>
            </a:r>
          </a:p>
          <a:p/>
          <a:p>
            <a:r>
              <a:t>2. Coordinate uploads, cultural review, editing and publication.</a:t>
            </a:r>
          </a:p>
          <a:p/>
          <a:p>
            <a:r>
              <a:t>3. Check teaching access, translations, activity and problems.</a:t>
            </a:r>
          </a:p>
          <a:p/>
          <a:p>
            <a:r>
              <a:t>Expected result: Use the slide numbers to return to a task. The PDF has page bookmarks; PowerPoint has a contents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 in to your own account</a:t>
            </a:r>
          </a:p>
          <a:p/>
          <a:p>
            <a:r>
              <a:t>1. Open the Luo Heritage address supplied by your organisation. Choose Sign in or Log in.</a:t>
            </a:r>
          </a:p>
          <a:p/>
          <a:p>
            <a:r>
              <a:t>2. Enter your email and password, then choose Log in. Check your spelling if it fails.</a:t>
            </a:r>
          </a:p>
          <a:p/>
          <a:p>
            <a:r>
              <a:t>3. Community members may also use Google. Staff should use the account supplied by their administrator.</a:t>
            </a:r>
          </a:p>
          <a:p/>
          <a:p>
            <a:r>
              <a:t>Expected result: Your account or dashboard opens.</a:t>
            </a:r>
          </a:p>
          <a:p/>
          <a:p>
            <a:r>
              <a:t>Important: Never share your password. Use only an address you trust.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Forgot your password?</a:t>
            </a:r>
          </a:p>
          <a:p/>
          <a:p>
            <a:r>
              <a:t>1. On the sign-in screen, choose Forgotten password? Select Reset password.</a:t>
            </a:r>
          </a:p>
          <a:p/>
          <a:p>
            <a:r>
              <a:t>2. Enter your account email. Choose Send email, then check your inbox and spam folder.</a:t>
            </a:r>
          </a:p>
          <a:p/>
          <a:p>
            <a:r>
              <a:t>3. Open the newest reset link within 30 minutes. A link can be used only once.</a:t>
            </a:r>
          </a:p>
          <a:p/>
          <a:p>
            <a:r>
              <a:t>Expected result: An account email arrives if the address is eligible and the email service is available.</a:t>
            </a:r>
          </a:p>
          <a:p/>
          <a:p>
            <a:r>
              <a:t>Important: If no email arrives, contact the person who manages your account. Do not keep requesting links.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Choose a new password</a:t>
            </a:r>
          </a:p>
          <a:p/>
          <a:p>
            <a:r>
              <a:t>1. Open the password reset link from your own inbox.</a:t>
            </a:r>
          </a:p>
          <a:p/>
          <a:p>
            <a:r>
              <a:t>2. Enter a new password of at least 12 characters. A short phrase with several words is easier to remember.</a:t>
            </a:r>
          </a:p>
          <a:p/>
          <a:p>
            <a:r>
              <a:t>3. Choose Confirm. Return to sign in and use the new password on each device.</a:t>
            </a:r>
          </a:p>
          <a:p/>
          <a:p>
            <a:r>
              <a:t>Expected result: The password changes and old sign-ins are ended.</a:t>
            </a:r>
          </a:p>
          <a:p/>
          <a:p>
            <a:r>
              <a:t>Important: Do not forward the reset link. If it has expired, request a new one.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your language workspace</a:t>
            </a:r>
          </a:p>
          <a:p/>
          <a:p>
            <a:r>
              <a:t>1. Open the admin dashboard and confirm the selected language.</a:t>
            </a:r>
          </a:p>
          <a:p/>
          <a:p>
            <a:r>
              <a:t>2. Use Content, Cultural Review, Editor Queue and Publishing Queue to find work at each stage.</a:t>
            </a:r>
          </a:p>
          <a:p/>
          <a:p>
            <a:r>
              <a:t>3. Use Media, Users and Transcripts only for the material and people in your permitted scope.</a:t>
            </a:r>
          </a:p>
          <a:p/>
          <a:p>
            <a:r>
              <a:t>Expected result: You can direct a question to the right screen and staff member.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a contribution reaches readers</a:t>
            </a:r>
          </a:p>
          <a:p/>
          <a:p>
            <a:r>
              <a:t>1. The uploader or contributor prepares a draft and submits it.</a:t>
            </a:r>
          </a:p>
          <a:p/>
          <a:p>
            <a:r>
              <a:t>2. A cultural reviewer checks accuracy. An editor makes requested corrections and returns the item for review.</a:t>
            </a:r>
          </a:p>
          <a:p/>
          <a:p>
            <a:r>
              <a:t>3. A publisher checks the final item and permission. Only an approved public release becomes visible to readers.</a:t>
            </a:r>
          </a:p>
          <a:p/>
          <a:p>
            <a:r>
              <a:t>Expected result: An item may return for changes. Drafts and private approvals are not public publication.</a:t>
            </a:r>
          </a:p>
          <a:p/>
          <a:p>
            <a:r>
              <a:t>Important: Different people should perform the independent checks. Do not approve your own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Help users without changing the wrong account</a:t>
            </a:r>
          </a:p>
          <a:p/>
          <a:p>
            <a:r>
              <a:t>1. Open Users. Find the person by their own name and email.</a:t>
            </a:r>
          </a:p>
          <a:p/>
          <a:p>
            <a:r>
              <a:t>2. Open their details and check their language and current access before changing anything.</a:t>
            </a:r>
          </a:p>
          <a:p/>
          <a:p>
            <a:r>
              <a:t>3. Use only the changes allowed by your role. Read every confirmation before suspending or activating accounts.</a:t>
            </a:r>
          </a:p>
          <a:p/>
          <a:p>
            <a:r>
              <a:t>Expected result: The intended account has the correct status and access.</a:t>
            </a:r>
          </a:p>
          <a:p/>
          <a:p>
            <a:r>
              <a:t>Important: Do not select every account to solve a problem affecting one person.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a person only the access they need</a:t>
            </a:r>
          </a:p>
          <a:p/>
          <a:p>
            <a:r>
              <a:t>1. Open the person’s account details and verify their email.</a:t>
            </a:r>
          </a:p>
          <a:p/>
          <a:p>
            <a:r>
              <a:t>2. Use the role controls available to you for your language. If staff creation is not offered, ask a Super Admin.</a:t>
            </a:r>
          </a:p>
          <a:p/>
          <a:p>
            <a:r>
              <a:t>3. Confirm the assignment in the person’s access list and ask them to sign in again if the menu has not refreshed.</a:t>
            </a:r>
          </a:p>
          <a:p/>
          <a:p>
            <a:r>
              <a:t>Expected result: The right person can do their assigned task in the intended language.</a:t>
            </a:r>
          </a:p>
          <a:p/>
          <a:p>
            <a:r>
              <a:t>Important: Language access does not allow you to grant Super Admin ownership.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Coordinate a review without skipping stages</a:t>
            </a:r>
          </a:p>
          <a:p/>
          <a:p>
            <a:r>
              <a:t>1. Check the oldest waiting items and who is assigned to each stage.</a:t>
            </a:r>
          </a:p>
          <a:p/>
          <a:p>
            <a:r>
              <a:t>2. Ask the uploader to complete missing source details, the reviewer to check accuracy, or the editor to make requested changes.</a:t>
            </a:r>
          </a:p>
          <a:p/>
          <a:p>
            <a:r>
              <a:t>3. Keep independent review: broad access does not make it appropriate to approve your own submission.</a:t>
            </a:r>
          </a:p>
          <a:p/>
          <a:p>
            <a:r>
              <a:t>Expected result: Work moves through the intended people and checks.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cultural checks</a:t>
            </a:r>
          </a:p>
          <a:p/>
          <a:p>
            <a:r>
              <a:t>1. Open Cultural Review and choose the item. Read its text, source details and attached files.</a:t>
            </a:r>
          </a:p>
          <a:p/>
          <a:p>
            <a:r>
              <a:t>2. Check spelling, translation, grammar, pronunciation, examples and cultural context. Tick only what you have checked.</a:t>
            </a:r>
          </a:p>
          <a:p/>
          <a:p>
            <a:r>
              <a:t>3. Add useful notes. If the item is correct, choose Approve &amp; Send to Publisher.</a:t>
            </a:r>
          </a:p>
          <a:p/>
          <a:p>
            <a:r>
              <a:t>Expected result: The item moves to the publisher queue after a successful cultural review.</a:t>
            </a:r>
          </a:p>
          <a:p/>
          <a:p>
            <a:r>
              <a:t>Important: If you cannot check a recording or meaning, ask for help rather than ticking the box.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an item returned by a reviewer</a:t>
            </a:r>
          </a:p>
          <a:p/>
          <a:p>
            <a:r>
              <a:t>1. Open Editor Queue. Find the item and choose Edit details.</a:t>
            </a:r>
          </a:p>
          <a:p/>
          <a:p>
            <a:r>
              <a:t>2. Read the requested changes. Correct the text or files, then save your changes.</a:t>
            </a:r>
          </a:p>
          <a:p/>
          <a:p>
            <a:r>
              <a:t>3. Return to the queue and choose Send to cultural review. The reviewer must check the corrected version.</a:t>
            </a:r>
          </a:p>
          <a:p/>
          <a:p>
            <a:r>
              <a:t>Expected result: The corrected item returns to cultural review.</a:t>
            </a:r>
          </a:p>
          <a:p/>
          <a:p>
            <a:r>
              <a:t>Important: Saving an edit does not publish it. Keep the source’s meaning and credit.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carefully before choosing Publish</a:t>
            </a:r>
          </a:p>
          <a:p/>
          <a:p>
            <a:r>
              <a:t>1. Open Publishing Queue and read the culturally reviewed item.</a:t>
            </a:r>
          </a:p>
          <a:p/>
          <a:p>
            <a:r>
              <a:t>2. Check the text, attached files, source permission and public access settings. Add a note if needed.</a:t>
            </a:r>
          </a:p>
          <a:p/>
          <a:p>
            <a:r>
              <a:t>3. Choose Publish only when the item is ready. Read the confirmation: an internal approval can remain private.</a:t>
            </a:r>
          </a:p>
          <a:p/>
          <a:p>
            <a:r>
              <a:t>Expected result: Eligible public material becomes available to readers; internal material remains protected.</a:t>
            </a:r>
          </a:p>
          <a:p/>
          <a:p>
            <a:r>
              <a:t>Important: A Publish button is not permission to release sacred, restricted or research-only material.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media and translation quality</a:t>
            </a:r>
          </a:p>
          <a:p/>
          <a:p>
            <a:r>
              <a:t>1. Open Media and the relevant content item. Check files, labels and access settings.</a:t>
            </a:r>
          </a:p>
          <a:p/>
          <a:p>
            <a:r>
              <a:t>2. Use Translations to review the language labels and available translations. Missing text needs a checked translation.</a:t>
            </a:r>
          </a:p>
          <a:p/>
          <a:p>
            <a:r>
              <a:t>3. Ask the responsible content editor or reviewer to correct inaccurate material.</a:t>
            </a:r>
          </a:p>
          <a:p/>
          <a:p>
            <a:r>
              <a:t>Expected result: The collection is usable in the intended language without misleading labels.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Handle teaching access and learning content</a:t>
            </a:r>
          </a:p>
          <a:p/>
          <a:p>
            <a:r>
              <a:t>1. Confirm that a teacher has been given actual teaching access; an interest on their profile is not enough.</a:t>
            </a:r>
          </a:p>
          <a:p/>
          <a:p>
            <a:r>
              <a:t>2. Check that lessons and courses are published only after independent review.</a:t>
            </a:r>
          </a:p>
          <a:p/>
          <a:p>
            <a:r>
              <a:t>3. Ask teachers to handle class membership, assignments and gradebooks within their classes.</a:t>
            </a:r>
          </a:p>
          <a:p/>
          <a:p>
            <a:r>
              <a:t>Expected result: Teachers can use the right classes and learners can open approved lessons.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activity and AI reports carefully</a:t>
            </a:r>
          </a:p>
          <a:p/>
          <a:p>
            <a:r>
              <a:t>1. Open Analytics for the activity recorded by the system.</a:t>
            </a:r>
          </a:p>
          <a:p/>
          <a:p>
            <a:r>
              <a:t>2. Use AI Monitoring to review recorded questions, feedback and concerns within your allowed access.</a:t>
            </a:r>
          </a:p>
          <a:p/>
          <a:p>
            <a:r>
              <a:t>3. Treat low counts as a reason to investigate usage, not as proof of a technical fault. Escalate private-data or accuracy concerns.</a:t>
            </a:r>
          </a:p>
          <a:p/>
          <a:p>
            <a:r>
              <a:t>Expected result: You can explain recorded activity without inventing missing results.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Handle a permission or privacy complaint</a:t>
            </a:r>
          </a:p>
          <a:p/>
          <a:p>
            <a:r>
              <a:t>1. Note the affected item and what the person says is wrong. Avoid copying the private content into your report.</a:t>
            </a:r>
          </a:p>
          <a:p/>
          <a:p>
            <a:r>
              <a:t>2. Notify the responsible institutional owner and arrange the permitted restriction or withdrawal action.</a:t>
            </a:r>
          </a:p>
          <a:p/>
          <a:p>
            <a:r>
              <a:t>3. Check that the final public view matches the decision and retain the review record.</a:t>
            </a:r>
          </a:p>
          <a:p/>
          <a:p>
            <a:r>
              <a:t>Expected result: A concern has an owner and a documented response.</a:t>
            </a:r>
          </a:p>
          <a:p/>
          <a:p>
            <a:r>
              <a:t>Important: Do not resolve a complaint by silently removing source evidence or review history.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Protect your account and other people</a:t>
            </a:r>
          </a:p>
          <a:p/>
          <a:p>
            <a:r>
              <a:t>1. Use your own account. Sign out on a shared computer or phone.</a:t>
            </a:r>
          </a:p>
          <a:p/>
          <a:p>
            <a:r>
              <a:t>2. Do not copy private interviews, class results or account lists into public chats or messages.</a:t>
            </a:r>
          </a:p>
          <a:p/>
          <a:p>
            <a:r>
              <a:t>3. If a screen shows information you should not see, stop and tell the account administrator.</a:t>
            </a:r>
          </a:p>
          <a:p/>
          <a:p>
            <a:r>
              <a:t>Expected result: Your work remains linked to the right person and private information stays protected.</a:t>
            </a:r>
          </a:p>
          <a:p/>
          <a:p>
            <a:r>
              <a:t>Important: Send support the screen name and error message, never your password or a reset link.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something does not work</a:t>
            </a:r>
          </a:p>
          <a:p/>
          <a:p>
            <a:r>
              <a:t>1. Check your internet connection. Read the message on screen before trying again.</a:t>
            </a:r>
          </a:p>
          <a:p/>
          <a:p>
            <a:r>
              <a:t>2. If your sign-in has expired, sign in again. If a button is missing, ask which role and language you have.</a:t>
            </a:r>
          </a:p>
          <a:p/>
          <a:p>
            <a:r>
              <a:t>3. If it still fails, note the time, screen, button and exact message. Send these to your account administrator.</a:t>
            </a:r>
          </a:p>
          <a:p/>
          <a:p>
            <a:r>
              <a:t>Expected result: You can explain the problem clearly without exposing private information.</a:t>
            </a:r>
          </a:p>
          <a:p/>
          <a:p>
            <a:r>
              <a:t>Important: Before repeating an upload or submission, check whether the first attempt was already saved.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it yourself: your readiness check</a:t>
            </a:r>
          </a:p>
          <a:p/>
          <a:p>
            <a:r>
              <a:t>1. Name the person responsible for each stage of a contribution.</a:t>
            </a:r>
          </a:p>
          <a:p/>
          <a:p>
            <a:r>
              <a:t>2. Check a practice account’s language and duties without granting extra power.</a:t>
            </a:r>
          </a:p>
          <a:p/>
          <a:p>
            <a:r>
              <a:t>3. Explain how you would handle a missing teacher button or a privacy complaint.</a:t>
            </a:r>
          </a:p>
          <a:p/>
          <a:p>
            <a:r>
              <a:t>Expected result: You are ready for routine work when you can complete these steps without help.</a:t>
            </a:r>
          </a:p>
          <a:p/>
          <a:p>
            <a:r>
              <a:t>Important: Use only approved practice material. Do not publish, delete accounts or change live settings just to practise.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Relationship Id="rId4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4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Relationship Id="rId4" Type="http://schemas.openxmlformats.org/officeDocument/2006/relationships/slide" Target="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Relationship Id="rId4" Type="http://schemas.openxmlformats.org/officeDocument/2006/relationships/slide" Target="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slide" Target="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Relationship Id="rId4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Relationship Id="rId4" Type="http://schemas.openxmlformats.org/officeDocument/2006/relationships/slide" Target="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Relationship Id="rId4" Type="http://schemas.openxmlformats.org/officeDocument/2006/relationships/slide" Target="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Relationship Id="rId4" Type="http://schemas.openxmlformats.org/officeDocument/2006/relationships/slide" Target="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Relationship Id="rId4" Type="http://schemas.openxmlformats.org/officeDocument/2006/relationships/slide" Target="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Relationship Id="rId4" Type="http://schemas.openxmlformats.org/officeDocument/2006/relationships/slide" Target="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Relationship Id="rId4" Type="http://schemas.openxmlformats.org/officeDocument/2006/relationships/slide" Target="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6.xml"/><Relationship Id="rId4" Type="http://schemas.openxmlformats.org/officeDocument/2006/relationships/slide" Target="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Relationship Id="rId4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8.xml"/><Relationship Id="rId4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9.xml"/><Relationship Id="rId4" Type="http://schemas.openxmlformats.org/officeDocument/2006/relationships/slide" Target="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Relationship Id="rId4" Type="http://schemas.openxmlformats.org/officeDocument/2006/relationships/slide" Target="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3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uo Heritage interface screenshot with labelled practice details: luo-heritage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571500"/>
            <a:ext cx="114300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09800" y="774700"/>
            <a:ext cx="8763000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Aft>
                <a:spcPts val="0"/>
              </a:spcAft>
              <a:defRPr sz="1300" b="1">
                <a:solidFill>
                  <a:srgbClr val="E5AE42"/>
                </a:solidFill>
                <a:latin typeface="Arial"/>
              </a:defRPr>
            </a:pPr>
            <a:r>
              <a:t>LUO HERITAGE / SELF-STUDY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9800" y="1130300"/>
            <a:ext cx="87630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LANGUAGE • CULTURE • LIVING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600" y="2247900"/>
            <a:ext cx="10541000" cy="702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030"/>
              </a:lnSpc>
              <a:spcAft>
                <a:spcPts val="0"/>
              </a:spcAft>
              <a:defRPr sz="4300" b="0">
                <a:solidFill>
                  <a:srgbClr val="FFFAF0"/>
                </a:solidFill>
                <a:latin typeface="Georgia"/>
              </a:defRPr>
            </a:pPr>
            <a:r>
              <a:t>Language administrators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077337"/>
            <a:ext cx="10096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Aft>
                <a:spcPts val="0"/>
              </a:spcAft>
              <a:defRPr sz="2100" b="0">
                <a:solidFill>
                  <a:srgbClr val="F3E6CE"/>
                </a:solidFill>
                <a:latin typeface="Arial"/>
              </a:defRPr>
            </a:pPr>
            <a:r>
              <a:t>Coordinate people and content for your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600" y="4546600"/>
            <a:ext cx="10668000" cy="1193800"/>
          </a:xfrm>
          <a:prstGeom prst="roundRect">
            <a:avLst>
              <a:gd name="adj" fmla="val 8000"/>
            </a:avLst>
          </a:prstGeom>
          <a:solidFill>
            <a:srgbClr val="6D4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4762500"/>
            <a:ext cx="10096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1900" b="0">
                <a:solidFill>
                  <a:srgbClr val="FFF7E8"/>
                </a:solidFill>
                <a:latin typeface="Arial"/>
              </a:defRPr>
            </a:pPr>
            <a:r>
              <a:t>You will be able to manage your language’s work while keeping staff duties clear.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159500"/>
            <a:ext cx="6985000" cy="2524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1">
                <a:solidFill>
                  <a:srgbClr val="E5AE42"/>
                </a:solidFill>
                <a:latin typeface="Arial"/>
              </a:defRPr>
            </a:pPr>
            <a:r>
              <a:t>READ • TRY •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0" y="6172200"/>
            <a:ext cx="36195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25 October 2026 | Edition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Start here: learn at your own 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a slide, try its action, then check the result. Tap means click. Gold circles mark important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controls in the screenshots.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1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43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400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your own account. Your organisation supplies the correct website address and any staff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02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327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3289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Screenshots show the current interface with practice details. Actual names, content and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menus may differ.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Read the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 it yourself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 the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will be able to manage your language’s work while keeping staff duties clear.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1816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your menu looks different, first check My access. Do not ask someone to lend you their account.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What this guide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Understand your language’s menu, people and content.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Coordinate uploads, cultural review, editing and publication.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Check teaching access, translations, activity and problems.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Use the slide numbers to return to a task. The PDF has page bookmarks; PowerPoint has a contents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18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Sign in to your own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Luo Heritage address supplied by your organisation.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Sign in or Log 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your email and password, then choose Log in. Check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spelling if it fails.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Community members may also use Google. Staff should use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 supplied by their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account or dashboard opens.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Never share your password. Use only an address you trust.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Forgot your password?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3-reset-requ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83" y="1473200"/>
            <a:ext cx="4830233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On the sign-in screen, choose Forgotten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password? Select Reset password.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your account email. Choose Send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email, then check your inbox and spam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folder.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newest reset link within 30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minutes. A link can be used only once.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 account email arrives if the address is eligible and the email service is available.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no email arrives, contact the person who manages your account. Do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not keep requesting links.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Choose a new password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4-reset-confir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337" y="1473200"/>
            <a:ext cx="5366925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password reset link from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own inbox.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a new password of at least 12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characters. A short phrase with several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words is easier to remember.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Confirm. Return to sign in and use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new password on each device.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password changes and old sign-ins are ended.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forward the reset link. If it has expired, request a new 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Read your language workspace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1-language-admin-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766" y="1460500"/>
            <a:ext cx="2015066" cy="4317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admin dashboard and confirm the selected language.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0828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Content, Cultural Review, Editor Queue and Publishing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Queue to find work at each stage.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82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2908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28702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Media, Users and Transcripts only for the material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people in your permitted scope.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direct a question to the right screen and staff member.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How a contribution reaches readers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The uploader or contributor prepares a draft and submits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 cultural reviewer checks accuracy. An editor makes requested corrections and returns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item for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84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009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971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 publisher checks the final item and permission. Only an approved public release becomes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visible to readers.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Prepare 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88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09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33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Cultural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09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30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54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Publisher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51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75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Public release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 item may return for changes. Drafts and private approvals are not public publication.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Different people should perform the independent checks. Do not approve your own work.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30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Help users without changing the wrong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8-us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993469"/>
            <a:ext cx="6096000" cy="30996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Users. Find the person by their own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name and email.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their details and check their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language and current access before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changing anything.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only the changes allowed by your role.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every confirmation before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suspending or activating accounts.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intended account has the correct status and access.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select every account to solve a problem affecting one person.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Give a person only the access they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8-us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993469"/>
            <a:ext cx="6096000" cy="30996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person’s account details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verify their email.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the role controls available to you for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your language. If staff creation is not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offered, ask a Super Admin.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 the assignment in the person’s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access list and ask them to sign in again if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menu has not refreshed.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right person can do their assigned task in the intended language.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Language access does not allow you to grant Super Admin ownership.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Coordinate a review without skipping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2-cultural-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the oldest waiting items and who is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assigned to each stage.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the uploader to complete missing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source details, the reviewer to check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accuracy, or the editor to make requested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independent review: broad access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does not make it appropriate to approve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your own submission.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Work moves through the intended people and checks.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Complete the cultural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2-cultural-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Cultural Review and choose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item. Read its text, source details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attached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spelling, translation, grammar,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pronunciation, examples and cultural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context. Tick only what you have checked.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Add useful notes. If the item is correct,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Approve &amp; Send to Publisher.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item moves to the publisher queue after a successful cultural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you cannot check a recording or meaning, ask for help rather than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ticking the box.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Correct an item returned by a reviewer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4-editor-queu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Editor Queue. Find the item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Edit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requested changes. Correct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text or files, then save your changes.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Return to the queue and choose Send to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cultural review. The reviewer must check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corrected version.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corrected item returns to cultural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Saving an edit does not publish it. Keep the source’s meaning and credit.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carefully before choosing Publish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5-publis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941808"/>
            <a:ext cx="6096000" cy="32029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Publishing Queue and read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culturally reviewed item.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the text, attached files, source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permission and public access settings. Add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 note if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Publish only when the item is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ready. Read the confirmation: an internal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approval can remain private.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Eligible public material becomes available to readers; internal material remains protected.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 Publish button is not permission to release sacred, restricted or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research-only material.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media and translation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9-attach-fi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Media and the relevant content item.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files, labels and access settings.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Translations to review the language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labels and available translations. Missing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text needs a checked translation.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the responsible content editor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reviewer to correct inaccurate material.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collection is usable in the intended language without misleading labels.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Handle teaching access and learning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9-classroom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 that a teacher has been given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actual teaching access; an interest on their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profile is not enough.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that lessons and courses are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published only after independent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teachers to handle class membership,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assignments and gradebooks within their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classes.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Teachers can use the right classes and learners can open approved lessons.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Read activity and AI reports carefully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1-language-admin-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766" y="1460500"/>
            <a:ext cx="2015066" cy="4317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Analytics for the activity recorded by the system.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0828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AI Monitoring to review recorded questions, feedback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concerns within your allowed access.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82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2908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28702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Treat low counts as a reason to investigate usage, not as proof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of a technical fault. Escalate private-data or accuracy concerns.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explain recorded activity without inventing missing results.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Handle a permission or privacy complaint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Note the affected item and what the person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says is wrong. Avoid copying the private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content into your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Notify the responsible institutional owner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arrange the permitted restriction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withdrawal 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that the final public view matches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decision and retain the review record.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 concern has an owner and a documented response.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resolve a complaint by silently removing source evidence or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review history.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Protect your account and other people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5-my-accou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28520"/>
            <a:ext cx="6096000" cy="4029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your own account. Sign out on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shared computer or phone.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copy private interviews, class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results or account lists into public chats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messages.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 screen shows information you should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not see, stop and tell the account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work remains linked to the right person and private information stays protected.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Send support the screen name and error message, never your password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or a reset link.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When something does not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your internet connection. Read the message on screen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trying again.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your sign-in has expired, sign in again. If a button is missing,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which role and language you have.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it still fails, note the time, screen, button and exact message.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Send these to your account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explain the problem clearly without exposing private information.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Before repeating an upload or submission, check whether the first attempt was already saved.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LANGUAGE ADMINISTRATORS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Try it yourself: your readiness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Name the person responsible for each stage of a contribution.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Check a practice account’s language and duties without granting extra power.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Explain how you would handle a missing teacher button or a privacy complaint.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Ask if unsure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are ready for routine work when you can complete these steps without help.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 only approved practice material. Do not publish, delete accounts or change live settings just to practise.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LANGUAGE ADMINISTRATORS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Luo Heritage — Language administrators</dc:title>
  <dc:subject>Self-study training slides</dc:subject>
  <dc:creator>Luo Heritage</dc:creator>
  <cp:keywords>self-study, role guide, illustrated, training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