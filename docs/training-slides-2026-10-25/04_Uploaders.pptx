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 guide. Screenshots show actual interface components rendered with clearly labelled sample data, not a production acceptance demonstration. No real account or cultural record was changed to make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here: learn at your own pace</a:t>
            </a:r>
          </a:p>
          <a:p/>
          <a:p>
            <a:r>
              <a:t>1. Read a slide, try its action, then check the result. Tap means click. Gold circles mark important controls in the screenshots.</a:t>
            </a:r>
          </a:p>
          <a:p/>
          <a:p>
            <a:r>
              <a:t>2. Use your own account. Your organisation supplies the correct website address and any staff access.</a:t>
            </a:r>
          </a:p>
          <a:p/>
          <a:p>
            <a:r>
              <a:t>3. Screenshots show the current interface with practice details. Actual names, content and menus may differ.</a:t>
            </a:r>
          </a:p>
          <a:p/>
          <a:p>
            <a:r>
              <a:t>Expected result: You will be able to add the right material, record permission and follow its review status.</a:t>
            </a:r>
          </a:p>
          <a:p/>
          <a:p>
            <a:r>
              <a:t>Important: If your menu looks different, first check My access. Do not ask someone to lend you their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guide covers</a:t>
            </a:r>
          </a:p>
          <a:p/>
          <a:p>
            <a:r>
              <a:t>1. Confirm your assigned language and find Upload Content.</a:t>
            </a:r>
          </a:p>
          <a:p/>
          <a:p>
            <a:r>
              <a:t>2. Prepare text, attachments, source details and private drafts.</a:t>
            </a:r>
          </a:p>
          <a:p/>
          <a:p>
            <a:r>
              <a:t>3. Submit once and follow any requested corrections.</a:t>
            </a:r>
          </a:p>
          <a:p/>
          <a:p>
            <a:r>
              <a:t>Expected result: Use the slide numbers to return to a task. The PDF has page bookmarks; PowerPoint has a contents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to your own account</a:t>
            </a:r>
          </a:p>
          <a:p/>
          <a:p>
            <a:r>
              <a:t>1. Open the Luo Heritage address supplied by your organisation. Choose Sign in or Log in.</a:t>
            </a:r>
          </a:p>
          <a:p/>
          <a:p>
            <a:r>
              <a:t>2. Enter your email and password, then choose Log in. Check your spelling if it fails.</a:t>
            </a:r>
          </a:p>
          <a:p/>
          <a:p>
            <a:r>
              <a:t>3. Community members may also use Google. Staff should use the account supplied by their administrator.</a:t>
            </a:r>
          </a:p>
          <a:p/>
          <a:p>
            <a:r>
              <a:t>Expected result: Your account or dashboard opens.</a:t>
            </a:r>
          </a:p>
          <a:p/>
          <a:p>
            <a:r>
              <a:t>Important: Never share your password. Use only an address you trust.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Forgot your password?</a:t>
            </a:r>
          </a:p>
          <a:p/>
          <a:p>
            <a:r>
              <a:t>1. On the sign-in screen, choose Forgotten password? Select Reset password.</a:t>
            </a:r>
          </a:p>
          <a:p/>
          <a:p>
            <a:r>
              <a:t>2. Enter your account email. Choose Send email, then check your inbox and spam folder.</a:t>
            </a:r>
          </a:p>
          <a:p/>
          <a:p>
            <a:r>
              <a:t>3. Open the newest reset link within 30 minutes. A link can be used only once.</a:t>
            </a:r>
          </a:p>
          <a:p/>
          <a:p>
            <a:r>
              <a:t>Expected result: An account email arrives if the address is eligible and the email service is available.</a:t>
            </a:r>
          </a:p>
          <a:p/>
          <a:p>
            <a:r>
              <a:t>Important: If no email arrives, contact the person who manages your account. Do not keep requesting links.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new password</a:t>
            </a:r>
          </a:p>
          <a:p/>
          <a:p>
            <a:r>
              <a:t>1. Open the password reset link from your own inbox.</a:t>
            </a:r>
          </a:p>
          <a:p/>
          <a:p>
            <a:r>
              <a:t>2. Enter a new password of at least 12 characters. A short phrase with several words is easier to remember.</a:t>
            </a:r>
          </a:p>
          <a:p/>
          <a:p>
            <a:r>
              <a:t>3. Choose Confirm. Return to sign in and use the new password on each device.</a:t>
            </a:r>
          </a:p>
          <a:p/>
          <a:p>
            <a:r>
              <a:t>Expected result: The password changes and old sign-ins are ended.</a:t>
            </a:r>
          </a:p>
          <a:p/>
          <a:p>
            <a:r>
              <a:t>Important: Do not forward the reset link. If it has expired, request a new one.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your uploading workspace</a:t>
            </a:r>
          </a:p>
          <a:p/>
          <a:p>
            <a:r>
              <a:t>1. Sign in using the account supplied to you. Open the admin dashboard.</a:t>
            </a:r>
          </a:p>
          <a:p/>
          <a:p>
            <a:r>
              <a:t>2. Choose Upload Content. Work only in the language assigned to you.</a:t>
            </a:r>
          </a:p>
          <a:p/>
          <a:p>
            <a:r>
              <a:t>3. If no collection can be created, check your assigned language with the administrator.</a:t>
            </a:r>
          </a:p>
          <a:p/>
          <a:p>
            <a:r>
              <a:t>Expected result: Your content list opens for the languages you are allowed to upload.</a:t>
            </a:r>
          </a:p>
          <a:p/>
          <a:p>
            <a:r>
              <a:t>Important: Uploaders normally see Dashboard and Upload Content. Other duties require a separate assignment.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contribution reaches readers</a:t>
            </a:r>
          </a:p>
          <a:p/>
          <a:p>
            <a:r>
              <a:t>1. The uploader or contributor prepares a draft and submits it.</a:t>
            </a:r>
          </a:p>
          <a:p/>
          <a:p>
            <a:r>
              <a:t>2. A cultural reviewer checks accuracy. An editor makes requested corrections and returns the item for review.</a:t>
            </a:r>
          </a:p>
          <a:p/>
          <a:p>
            <a:r>
              <a:t>3. A publisher checks the final item and permission. Only an approved public release becomes visible to readers.</a:t>
            </a:r>
          </a:p>
          <a:p/>
          <a:p>
            <a:r>
              <a:t>Expected result: An item may return for changes. Drafts and private approvals are not public publication.</a:t>
            </a:r>
          </a:p>
          <a:p/>
          <a:p>
            <a:r>
              <a:t>Important: Different people should perform the independent checks. Do not approve your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before you upload</a:t>
            </a:r>
          </a:p>
          <a:p/>
          <a:p>
            <a:r>
              <a:t>1. Check the collection, language, title and file names before starting.</a:t>
            </a:r>
          </a:p>
          <a:p/>
          <a:p>
            <a:r>
              <a:t>2. Confirm who supplied the material and what permission was given. Keep evidence through the organisation’s approved process.</a:t>
            </a:r>
          </a:p>
          <a:p/>
          <a:p>
            <a:r>
              <a:t>3. Use a draft when a meaning, translation or permission is uncertain. Do not guess.</a:t>
            </a:r>
          </a:p>
          <a:p/>
          <a:p>
            <a:r>
              <a:t>Expected result: You have the information needed for a useful draft.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 the contribution details</a:t>
            </a:r>
          </a:p>
          <a:p/>
          <a:p>
            <a:r>
              <a:t>1. Open the appropriate new-content form from Upload Content.</a:t>
            </a:r>
          </a:p>
          <a:p/>
          <a:p>
            <a:r>
              <a:t>2. Enter the title and all required collection fields. Read the text again for missing words.</a:t>
            </a:r>
          </a:p>
          <a:p/>
          <a:p>
            <a:r>
              <a:t>3. Add a clear description and choose Save draft. An admin upload is a draft until submitted for review.</a:t>
            </a:r>
          </a:p>
          <a:p/>
          <a:p>
            <a:r>
              <a:t>Expected result: The online draft appears in your content list.</a:t>
            </a:r>
          </a:p>
          <a:p/>
          <a:p>
            <a:r>
              <a:t>Important: Admin forms use Save draft or Save changes. Community forms use Save private draft and Submit for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pictures, audio or documents</a:t>
            </a:r>
          </a:p>
          <a:p/>
          <a:p>
            <a:r>
              <a:t>1. Find Media and transcripts. Choose a file under the matching type.</a:t>
            </a:r>
          </a:p>
          <a:p/>
          <a:p>
            <a:r>
              <a:t>2. For an oral history, confirm permission before choosing Start recording. Stop when finished.</a:t>
            </a:r>
          </a:p>
          <a:p/>
          <a:p>
            <a:r>
              <a:t>3. Check that the correct files are selected. Keep the app open while an upload is in progress.</a:t>
            </a:r>
          </a:p>
          <a:p/>
          <a:p>
            <a:r>
              <a:t>Expected result: The selected files stay with the contribution when it is saved successfully.</a:t>
            </a:r>
          </a:p>
          <a:p/>
          <a:p>
            <a:r>
              <a:t>Important: If microphone access is refused, allow it in your device settings or attach an existing recording.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permission before sharing</a:t>
            </a:r>
          </a:p>
          <a:p/>
          <a:p>
            <a:r>
              <a:t>1. Under Source and access, choose Source permission. If unsure, leave Not sure yet / ask a reviewer.</a:t>
            </a:r>
          </a:p>
          <a:p/>
          <a:p>
            <a:r>
              <a:t>2. Choose how to credit the source. Use a person’s name only when they agree.</a:t>
            </a:r>
          </a:p>
          <a:p/>
          <a:p>
            <a:r>
              <a:t>3. Keep restricted, sacred or research-only material private. Ask a reviewer before changing access.</a:t>
            </a:r>
          </a:p>
          <a:p/>
          <a:p>
            <a:r>
              <a:t>Expected result: The draft records who may use the material and how the source should be credited.</a:t>
            </a:r>
          </a:p>
          <a:p/>
          <a:p>
            <a:r>
              <a:t>Important: Permission to collect material is not automatically permission to publish 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permission labels mean</a:t>
            </a:r>
          </a:p>
          <a:p/>
          <a:p>
            <a:r>
              <a:t>1. Source permission: has the source agreed to the proposed use? Choose Not sure yet when you do not know.</a:t>
            </a:r>
          </a:p>
          <a:p/>
          <a:p>
            <a:r>
              <a:t>2. Consent scope: what use was agreed? Public excerpt means an approved public part; research only and teaching have different limits.</a:t>
            </a:r>
          </a:p>
          <a:p/>
          <a:p>
            <a:r>
              <a:t>3. Restriction level: who may see it? Internal and restricted are not public. Sacred material needs the collection owner’s special care.</a:t>
            </a:r>
          </a:p>
          <a:p/>
          <a:p>
            <a:r>
              <a:t>Expected result: You understand the labels before you change them.</a:t>
            </a:r>
          </a:p>
          <a:p/>
          <a:p>
            <a:r>
              <a:t>Important: If the permission record is unclear, keep the item private and ask the responsible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collection details when required</a:t>
            </a:r>
          </a:p>
          <a:p/>
          <a:p>
            <a:r>
              <a:t>1. Open the extra source or collection details section.</a:t>
            </a:r>
          </a:p>
          <a:p/>
          <a:p>
            <a:r>
              <a:t>2. Record the known collection date, source reference, location and collector. Leave unknown details for review.</a:t>
            </a:r>
          </a:p>
          <a:p/>
          <a:p>
            <a:r>
              <a:t>3. Do not put personal phone numbers, sacred site coordinates or private participant details in a public description.</a:t>
            </a:r>
          </a:p>
          <a:p/>
          <a:p>
            <a:r>
              <a:t>Expected result: Reviewers can understand where the material came from without exposing private details.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 where your draft is saved</a:t>
            </a:r>
          </a:p>
          <a:p/>
          <a:p>
            <a:r>
              <a:t>1. In Upload Content, Save draft or Save changes saves the item online. Wait for confirmation and check the list.</a:t>
            </a:r>
          </a:p>
          <a:p/>
          <a:p>
            <a:r>
              <a:t>2. The community Contribute &amp; submissions form also offers device copies. That is a separate route from the admin upload form.</a:t>
            </a:r>
          </a:p>
          <a:p/>
          <a:p>
            <a:r>
              <a:t>3. A device copy is never submitted automatically. To send an admin draft, use Send to cultural review in the online list.</a:t>
            </a:r>
          </a:p>
          <a:p/>
          <a:p>
            <a:r>
              <a:t>Expected result: You know which copy is saved and which action sends it for review.</a:t>
            </a:r>
          </a:p>
          <a:p/>
          <a:p>
            <a:r>
              <a:t>Important: Keep the original file until the online item and its attachments have been checked.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Send the online draft for cultural review</a:t>
            </a:r>
          </a:p>
          <a:p/>
          <a:p>
            <a:r>
              <a:t>1. Return to Upload Content and find the saved draft.</a:t>
            </a:r>
          </a:p>
          <a:p/>
          <a:p>
            <a:r>
              <a:t>2. Choose Send to cultural review beside the intended item. Send it only once.</a:t>
            </a:r>
          </a:p>
          <a:p/>
          <a:p>
            <a:r>
              <a:t>3. Refresh the list and check its status. You cannot publish an item using only the uploader role.</a:t>
            </a:r>
          </a:p>
          <a:p/>
          <a:p>
            <a:r>
              <a:t>Expected result: The draft is marked as submitted or under review.</a:t>
            </a:r>
          </a:p>
          <a:p/>
          <a:p>
            <a:r>
              <a:t>Important: The English version link opens a separate translation. Complete it where required before review.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Respond to a correction request</a:t>
            </a:r>
          </a:p>
          <a:p/>
          <a:p>
            <a:r>
              <a:t>1. Find the returned item and read the reviewer’s notes.</a:t>
            </a:r>
          </a:p>
          <a:p/>
          <a:p>
            <a:r>
              <a:t>2. Open the editable draft, make only the necessary corrections and save.</a:t>
            </a:r>
          </a:p>
          <a:p/>
          <a:p>
            <a:r>
              <a:t>3. Submit the corrected item again or follow the editor’s handover. Tell the reviewer what changed.</a:t>
            </a:r>
          </a:p>
          <a:p/>
          <a:p>
            <a:r>
              <a:t>Expected result: The corrected version is ready for another independent check.</a:t>
            </a:r>
          </a:p>
          <a:p/>
          <a:p>
            <a:r>
              <a:t>Important: Editors use Editor Queue. Uploaders use the editable items available in Upload Content.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files before you finish</a:t>
            </a:r>
          </a:p>
          <a:p/>
          <a:p>
            <a:r>
              <a:t>1. Reopen the saved item and inspect every attached file.</a:t>
            </a:r>
          </a:p>
          <a:p/>
          <a:p>
            <a:r>
              <a:t>2. If an upload failed, reconnect and check whether the text or file was already saved before retrying.</a:t>
            </a:r>
          </a:p>
          <a:p/>
          <a:p>
            <a:r>
              <a:t>3. Keep your original source file until the organisation confirms it is safely stored.</a:t>
            </a:r>
          </a:p>
          <a:p/>
          <a:p>
            <a:r>
              <a:t>Expected result: The item has the intended files and no accidental duplicate uploads.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your account and other people</a:t>
            </a:r>
          </a:p>
          <a:p/>
          <a:p>
            <a:r>
              <a:t>1. Use your own account. Sign out on a shared computer or phone.</a:t>
            </a:r>
          </a:p>
          <a:p/>
          <a:p>
            <a:r>
              <a:t>2. Do not copy private interviews, class results or account lists into public chats or messages.</a:t>
            </a:r>
          </a:p>
          <a:p/>
          <a:p>
            <a:r>
              <a:t>3. If a screen shows information you should not see, stop and tell the account administrator.</a:t>
            </a:r>
          </a:p>
          <a:p/>
          <a:p>
            <a:r>
              <a:t>Expected result: Your work remains linked to the right person and private information stays protected.</a:t>
            </a:r>
          </a:p>
          <a:p/>
          <a:p>
            <a:r>
              <a:t>Important: Send support the screen name and error message, never your password or a reset link.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does not work</a:t>
            </a:r>
          </a:p>
          <a:p/>
          <a:p>
            <a:r>
              <a:t>1. Check your internet connection. Read the message on screen before trying again.</a:t>
            </a:r>
          </a:p>
          <a:p/>
          <a:p>
            <a:r>
              <a:t>2. If your sign-in has expired, sign in again. If a button is missing, ask which role and language you have.</a:t>
            </a:r>
          </a:p>
          <a:p/>
          <a:p>
            <a:r>
              <a:t>3. If it still fails, note the time, screen, button and exact message. Send these to your account administrator.</a:t>
            </a:r>
          </a:p>
          <a:p/>
          <a:p>
            <a:r>
              <a:t>Expected result: You can explain the problem clearly without exposing private information.</a:t>
            </a:r>
          </a:p>
          <a:p/>
          <a:p>
            <a:r>
              <a:t>Important: Before repeating an upload or submission, check whether the first attempt was already saved.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yourself: your readiness check</a:t>
            </a:r>
          </a:p>
          <a:p/>
          <a:p>
            <a:r>
              <a:t>1. Locate your assigned collection and create a private practice draft.</a:t>
            </a:r>
          </a:p>
          <a:p/>
          <a:p>
            <a:r>
              <a:t>2. Explain the permission setting you would choose when permission is uncertain.</a:t>
            </a:r>
          </a:p>
          <a:p/>
          <a:p>
            <a:r>
              <a:t>3. Show where you would submit the draft, and explain why you cannot publish it yourself.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Relationship Id="rId4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Relationship Id="rId4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Relationship Id="rId4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Relationship Id="rId4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715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9800" y="774700"/>
            <a:ext cx="87630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1">
                <a:solidFill>
                  <a:srgbClr val="E5AE42"/>
                </a:solidFill>
                <a:latin typeface="Arial"/>
              </a:defRPr>
            </a:pPr>
            <a:r>
              <a:t>LUO HERITAGE / SELF-STUDY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800" y="11303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541000" cy="702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0"/>
              </a:lnSpc>
              <a:spcAft>
                <a:spcPts val="0"/>
              </a:spcAft>
              <a:defRPr sz="4300" b="0">
                <a:solidFill>
                  <a:srgbClr val="FFFAF0"/>
                </a:solidFill>
                <a:latin typeface="Georgia"/>
              </a:defRPr>
            </a:pPr>
            <a:r>
              <a:t>Uploaders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77337"/>
            <a:ext cx="10096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100" b="0">
                <a:solidFill>
                  <a:srgbClr val="F3E6CE"/>
                </a:solidFill>
                <a:latin typeface="Arial"/>
              </a:defRPr>
            </a:pPr>
            <a:r>
              <a:t>Prepare accurate drafts and send them for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546600"/>
            <a:ext cx="10668000" cy="11938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762500"/>
            <a:ext cx="10096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You will be able to add the right material, record permission and follow its review status.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9500"/>
            <a:ext cx="6985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READ • TRY •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6172200"/>
            <a:ext cx="36195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25 October 2026 | Edition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here: learn at your own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a slide, try its action, then check the result. Tap means click. Gold circles mark important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controls in the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your own account. Your organisation supplies the correct website address and any staff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Screenshots show the current interface with practice details. Actual names, content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menus may differ.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it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will be able to add the right material, record permission and follow its review status.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1816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your menu looks different, first check My access. Do not ask someone to lend you their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this guide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Confirm your assigned language and find Upload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Prepare text, attachments, source details and private drafts.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Submit once and follow any requested corrections.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the slide numbers to return to a task. The PDF has page bookmarks; PowerPoint has a contents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Sign in to your own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Luo Heritage address supplied by your organisation.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Sign in or Log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email and password, then choose Log in. Check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spelling if it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Community members may also use Google. Staff should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supplied by their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or dashboard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share your password. Use only an address you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Forgot your password?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sign-in screen, choose Forgotten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password? Select Reset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account email.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then check your inbox and spam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reset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 A link can be used only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account email arrives if the address is eligible and the email service 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email arrives, contact the person who manages your account. Do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not keep requesting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Choose a new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4-reset-confi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337" y="1473200"/>
            <a:ext cx="5366925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password reset link from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new password of at least 12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characters. A short phrase with several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 is easier to remember.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Confirm. Return to sign in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 password on each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password changes and old sign-ins are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forward the reset link. If it has expired, request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Open your uploading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5-uploader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609" y="1460500"/>
            <a:ext cx="3297381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Sign in using the account supplied to you. Open the admin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Upload Content. Work only in the language assigned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no collection can be created, check your assigned language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 the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content list opens for the languages you are allowed to upload.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Uploaders normally see Dashboard and Upload Content. Other duties require a separate assignment.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How a contribution reaches readers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The uploader or contributor prepares a draft and submits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cultural reviewer checks accuracy. An editor makes requested corrections and returns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item for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publisher checks the final item and permission. Only an approved public release becomes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visible to readers.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Prepare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88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9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Cultural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09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54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Publisher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51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75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Public release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item may return for changes. Drafts and private approvals are not public publication.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Different people should perform the independent checks. Do not approve your own 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30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Prepare before you upload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8-contribution-ti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476859"/>
            <a:ext cx="6096000" cy="4132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collection, language, title and file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names before starting.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who supplied the material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what permission was given. Keep evidence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through the organisation’s approved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a draft when a meaning, translation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 is uncertain. Do not guess.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have the information needed for a useful draft.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Enter the contribution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5-admin-draf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appropriate new-content form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from Upload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the title and all required collection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fields. Read the text again for missing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Add a clear description and choose Save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draft. An admin upload is a draft until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submitted for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online draft appears in your content list.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Admin forms use Save draft or Save changes. Community forms use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Save private draft and Submit for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Add pictures, audio or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9-attach-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Find Media and transcripts. Choose a file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under the matching 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an oral history, confirm permission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choosing Start recording. Stop when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finished.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that the correct files are selected.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app open while an upload is 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selected files stay with the contribution when it is saved successfully.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microphone access is refused, allow it in your device settings or attach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existing recording.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permission before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Under Source and access, choose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permission. If unsure, leave Not sure yet /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a reviewer.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how to credit the source. Use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person’s name only when they agree.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restricted, sacred or research-only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private. Ask a reviewer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draft records who may use the material and how the source should be credited.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Permission to collect material is not automatically permission to publish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the permission labels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permission: has the source agreed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the proposed use? Choose Not sure yet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you do not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Consent scope: what use was agreed?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excerpt means an approved public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part; research only and teaching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Restriction level: who may see it?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restricted are not public. Sacred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needs the collection owner’s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special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labels before you change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3467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permission record is unclear, keep the item private and ask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responsible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Add collection details when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extra source or collection details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Record the known collection date,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reference, location and collector. Leave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unknown details for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put personal phone numbers,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sacred site coordinates or private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participant details in a public description.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Reviewers can understand where the material came from without exposing private details.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Know where your draft is saved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5-admin-draf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 Upload Content, Save draft or Save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changes saves the item online. Wait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confirmation and check the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community Contribute &amp; submissions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form also offers device copies. That is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separate route from the admin upload 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device copy is never submitted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automatically. To send an admin draft,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to cultural review in the online 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which copy is saved and which action sends it for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Keep the original file until the online item and its attachments have been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checked.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Send the online draft for cultural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4-uploader-draft-li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096791"/>
            <a:ext cx="6096000" cy="28930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Return to Upload Content and find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saved draft.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Send to cultural review beside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intended item. Send it only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Refresh the list and check its status. You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cannot publish an item using only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uploader role.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draft is marked as submitted or under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 English version link opens a separate translation. Complete it where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required before review.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Respond to a correction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8-contribution-ti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476859"/>
            <a:ext cx="6096000" cy="4132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Find the returned item and read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reviewer’s notes.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editable draft, make only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necessary corrections and save.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Submit the corrected item again or follow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editor’s handover. Tell the reviewer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what changed.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corrected version is ready for another independent check.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Editors use Editor Queue. Uploaders use the editable items available in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Upload Content.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files before you finish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9-attach-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Reopen the saved item and inspect every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attached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an upload failed, reconnect and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whether the text or file was already saved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retrying.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your original source file until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organisation confirms it is safely stored.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item has the intended files and no accidental duplicate uploads.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Protect your account and other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account. Sign out on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shared computer or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copy private interviews,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results or account lists into public chats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screen shows information you should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see, stop and tell the account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remains linked to the right person and private information stays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 support the screen name and error message, never your password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a reset 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When something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your internet connection. Read the message on screen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trying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your sign-in has expired, sign in again. If a button is missing,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which role and language you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still fails, note the time, screen, button and exact message.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these to your account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the problem clearly without exposing private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Before repeating an upload or submission, check whether the first attempt was already saved.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Try it yourself: your readiness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Locate your assigned collection and create a private practice draft.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the permission setting you would choose when permission is uncertain.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Show where you would submit the draft, and explain why you cannot publish it yourself.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Uploaders</dc:title>
  <dc:subject>Self-study training slides</dc:subject>
  <dc:creator>Luo Heritage</dc:creator>
  <cp:keywords>self-study, role guide, illustrated,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