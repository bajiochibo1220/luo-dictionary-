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Self-study guide. Screenshots show actual interface components rendered with clearly labelled sample data, not a production acceptance demonstration. No real account or cultural record was changed to make these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here: learn at your own pace</a:t>
            </a:r>
          </a:p>
          <a:p/>
          <a:p>
            <a:r>
              <a:t>1. Read a slide, try its action, then check the result. Tap means click. Gold circles mark important controls in the screenshots.</a:t>
            </a:r>
          </a:p>
          <a:p/>
          <a:p>
            <a:r>
              <a:t>2. Use your own account. Your organisation supplies the correct website address and any staff access.</a:t>
            </a:r>
          </a:p>
          <a:p/>
          <a:p>
            <a:r>
              <a:t>3. Screenshots show the current interface with practice details. Actual names, content and menus may differ.</a:t>
            </a:r>
          </a:p>
          <a:p/>
          <a:p>
            <a:r>
              <a:t>Expected result: You will be able to make a clear, independent cultural review decision.</a:t>
            </a:r>
          </a:p>
          <a:p/>
          <a:p>
            <a:r>
              <a:t>Important: If your menu looks different, first check My access. Do not ask someone to lend you their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guide covers</a:t>
            </a:r>
          </a:p>
          <a:p/>
          <a:p>
            <a:r>
              <a:t>1. Open Cultural Review and examine the item and its source.</a:t>
            </a:r>
          </a:p>
          <a:p/>
          <a:p>
            <a:r>
              <a:t>2. Approve accurate material or request clear changes.</a:t>
            </a:r>
          </a:p>
          <a:p/>
          <a:p>
            <a:r>
              <a:t>3. Use independent voting for a proposed cultural rejection.</a:t>
            </a:r>
          </a:p>
          <a:p/>
          <a:p>
            <a:r>
              <a:t>Expected result: Use the slide numbers to return to a task. The PDF has page bookmarks; PowerPoint has a contents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 in to your own account</a:t>
            </a:r>
          </a:p>
          <a:p/>
          <a:p>
            <a:r>
              <a:t>1. Open the Luo Heritage address supplied by your organisation. Choose Sign in or Log in.</a:t>
            </a:r>
          </a:p>
          <a:p/>
          <a:p>
            <a:r>
              <a:t>2. Enter your email and password, then choose Log in. Check your spelling if it fails.</a:t>
            </a:r>
          </a:p>
          <a:p/>
          <a:p>
            <a:r>
              <a:t>3. Community members may also use Google. Staff should use the account supplied by their administrator.</a:t>
            </a:r>
          </a:p>
          <a:p/>
          <a:p>
            <a:r>
              <a:t>Expected result: Your account or dashboard opens.</a:t>
            </a:r>
          </a:p>
          <a:p/>
          <a:p>
            <a:r>
              <a:t>Important: Never share your password. Use only an address you trust.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Forgot your password?</a:t>
            </a:r>
          </a:p>
          <a:p/>
          <a:p>
            <a:r>
              <a:t>1. On the sign-in screen, choose Forgotten password? Select Reset password.</a:t>
            </a:r>
          </a:p>
          <a:p/>
          <a:p>
            <a:r>
              <a:t>2. Enter your account email. Choose Send email, then check your inbox and spam folder.</a:t>
            </a:r>
          </a:p>
          <a:p/>
          <a:p>
            <a:r>
              <a:t>3. Open the newest reset link within 30 minutes. A link can be used only once.</a:t>
            </a:r>
          </a:p>
          <a:p/>
          <a:p>
            <a:r>
              <a:t>Expected result: An account email arrives if the address is eligible and the email service is available.</a:t>
            </a:r>
          </a:p>
          <a:p/>
          <a:p>
            <a:r>
              <a:t>Important: If no email arrives, contact the person who manages your account. Do not keep requesting links.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Choose a new password</a:t>
            </a:r>
          </a:p>
          <a:p/>
          <a:p>
            <a:r>
              <a:t>1. Open the password reset link from your own inbox.</a:t>
            </a:r>
          </a:p>
          <a:p/>
          <a:p>
            <a:r>
              <a:t>2. Enter a new password of at least 12 characters. A short phrase with several words is easier to remember.</a:t>
            </a:r>
          </a:p>
          <a:p/>
          <a:p>
            <a:r>
              <a:t>3. Choose Confirm. Return to sign in and use the new password on each device.</a:t>
            </a:r>
          </a:p>
          <a:p/>
          <a:p>
            <a:r>
              <a:t>Expected result: The password changes and old sign-ins are ended.</a:t>
            </a:r>
          </a:p>
          <a:p/>
          <a:p>
            <a:r>
              <a:t>Important: Do not forward the reset link. If it has expired, request a new one.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a contribution reaches readers</a:t>
            </a:r>
          </a:p>
          <a:p/>
          <a:p>
            <a:r>
              <a:t>1. The uploader or contributor prepares a draft and submits it.</a:t>
            </a:r>
          </a:p>
          <a:p/>
          <a:p>
            <a:r>
              <a:t>2. A cultural reviewer checks accuracy. An editor makes requested corrections and returns the item for review.</a:t>
            </a:r>
          </a:p>
          <a:p/>
          <a:p>
            <a:r>
              <a:t>3. A publisher checks the final item and permission. Only an approved public release becomes visible to readers.</a:t>
            </a:r>
          </a:p>
          <a:p/>
          <a:p>
            <a:r>
              <a:t>Expected result: An item may return for changes. Drafts and private approvals are not public publication.</a:t>
            </a:r>
          </a:p>
          <a:p/>
          <a:p>
            <a:r>
              <a:t>Important: Different people should perform the independent checks. Do not approve your own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right review item</a:t>
            </a:r>
          </a:p>
          <a:p/>
          <a:p>
            <a:r>
              <a:t>1. Choose Cultural Review in your staff menu.</a:t>
            </a:r>
          </a:p>
          <a:p/>
          <a:p>
            <a:r>
              <a:t>2. Open a submitted item in your assigned language. Check that you did not prepare the material yourself.</a:t>
            </a:r>
          </a:p>
          <a:p/>
          <a:p>
            <a:r>
              <a:t>3. Read its source, access settings, full text and attached media before deciding.</a:t>
            </a:r>
          </a:p>
          <a:p/>
          <a:p>
            <a:r>
              <a:t>Expected result: You are reviewing the current version of the intended item.</a:t>
            </a:r>
          </a:p>
          <a:p/>
          <a:p>
            <a:r>
              <a:t>Important: An item can change while another reviewer works on it. Refresh if the system asks you to.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cultural checks</a:t>
            </a:r>
          </a:p>
          <a:p/>
          <a:p>
            <a:r>
              <a:t>1. Open Cultural Review and choose the item. Read its text, source details and attached files.</a:t>
            </a:r>
          </a:p>
          <a:p/>
          <a:p>
            <a:r>
              <a:t>2. Check spelling, translation, grammar, pronunciation, examples and cultural context. Tick only what you have checked.</a:t>
            </a:r>
          </a:p>
          <a:p/>
          <a:p>
            <a:r>
              <a:t>3. Add useful notes. If the item is correct, choose Approve &amp; Send to Publisher.</a:t>
            </a:r>
          </a:p>
          <a:p/>
          <a:p>
            <a:r>
              <a:t>Expected result: The item moves to the publisher queue after a successful cultural review.</a:t>
            </a:r>
          </a:p>
          <a:p/>
          <a:p>
            <a:r>
              <a:t>Important: If you cannot check a recording or meaning, ask for help rather than ticking the box.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permission before sharing</a:t>
            </a:r>
          </a:p>
          <a:p/>
          <a:p>
            <a:r>
              <a:t>1. Under Source and access, choose Source permission. If unsure, leave Not sure yet / ask a reviewer.</a:t>
            </a:r>
          </a:p>
          <a:p/>
          <a:p>
            <a:r>
              <a:t>2. Choose how to credit the source. Use a person’s name only when they agree.</a:t>
            </a:r>
          </a:p>
          <a:p/>
          <a:p>
            <a:r>
              <a:t>3. Keep restricted, sacred or research-only material private. Ask a reviewer before changing access.</a:t>
            </a:r>
          </a:p>
          <a:p/>
          <a:p>
            <a:r>
              <a:t>Expected result: The draft records who may use the material and how the source should be credited.</a:t>
            </a:r>
          </a:p>
          <a:p/>
          <a:p>
            <a:r>
              <a:t>Important: Permission to collect material is not automatically permission to publish it.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the permission labels mean</a:t>
            </a:r>
          </a:p>
          <a:p/>
          <a:p>
            <a:r>
              <a:t>1. Source permission: has the source agreed to the proposed use? Choose Not sure yet when you do not know.</a:t>
            </a:r>
          </a:p>
          <a:p/>
          <a:p>
            <a:r>
              <a:t>2. Consent scope: what use was agreed? Public excerpt means an approved public part; research only and teaching have different limits.</a:t>
            </a:r>
          </a:p>
          <a:p/>
          <a:p>
            <a:r>
              <a:t>3. Restriction level: who may see it? Internal and restricted are not public. Sacred material needs the collection owner’s special care.</a:t>
            </a:r>
          </a:p>
          <a:p/>
          <a:p>
            <a:r>
              <a:t>Expected result: You understand the labels before you change them.</a:t>
            </a:r>
          </a:p>
          <a:p/>
          <a:p>
            <a:r>
              <a:t>Important: If the permission record is unclear, keep the item private and ask the responsible reviewer.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Request an editor’s correction</a:t>
            </a:r>
          </a:p>
          <a:p/>
          <a:p>
            <a:r>
              <a:t>1. Describe the problem in the notes: say where it is, why it matters and what needs checking.</a:t>
            </a:r>
          </a:p>
          <a:p/>
          <a:p>
            <a:r>
              <a:t>2. Choose Request Editor Changes when a correction is needed.</a:t>
            </a:r>
          </a:p>
          <a:p/>
          <a:p>
            <a:r>
              <a:t>3. The editor fixes the draft and sends it back to cultural review. Check the corrected version again.</a:t>
            </a:r>
          </a:p>
          <a:p/>
          <a:p>
            <a:r>
              <a:t>Expected result: The editor receives a clear change request; the item is not published.</a:t>
            </a:r>
          </a:p>
          <a:p/>
          <a:p>
            <a:r>
              <a:t>Important: Write useful comments such as “Check the meaning in paragraph two,” rather than “Wrong.”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Raise a serious cultural concern</a:t>
            </a:r>
          </a:p>
          <a:p/>
          <a:p>
            <a:r>
              <a:t>1. If material may be culturally false or harmful, explain your concern in the notes.</a:t>
            </a:r>
          </a:p>
          <a:p/>
          <a:p>
            <a:r>
              <a:t>2. Choose Propose rejection for reviewer vote. This asks other assigned reviewers to check it.</a:t>
            </a:r>
          </a:p>
          <a:p/>
          <a:p>
            <a:r>
              <a:t>3. Do not treat your proposal as a completed rejection. Wait for the required independent votes.</a:t>
            </a:r>
          </a:p>
          <a:p/>
          <a:p>
            <a:r>
              <a:t>Expected result: The concern goes to an independent review vote.</a:t>
            </a:r>
          </a:p>
          <a:p/>
          <a:p>
            <a:r>
              <a:t>Important: For a serious privacy problem, also contact the responsible administrator promptly.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Vote on another reviewer’s proposal</a:t>
            </a:r>
          </a:p>
          <a:p/>
          <a:p>
            <a:r>
              <a:t>1. Open the proposed cultural rejection. Read the reason and the original source.</a:t>
            </a:r>
          </a:p>
          <a:p/>
          <a:p>
            <a:r>
              <a:t>2. If you are eligible, choose whether the item is culturally valid or invalid. Give a clear reason for an invalid vote.</a:t>
            </a:r>
          </a:p>
          <a:p/>
          <a:p>
            <a:r>
              <a:t>3. Check the confirmation and vote count. You cannot vote on your own proposal or vote twice.</a:t>
            </a:r>
          </a:p>
          <a:p/>
          <a:p>
            <a:r>
              <a:t>Expected result: Your independent vote is recorded. The system applies the required threshold.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a useful review history</a:t>
            </a:r>
          </a:p>
          <a:p/>
          <a:p>
            <a:r>
              <a:t>1. Open Review History to find your recorded actions.</a:t>
            </a:r>
          </a:p>
          <a:p/>
          <a:p>
            <a:r>
              <a:t>2. Use the item’s title and review notes when explaining a decision to an editor or coordinator.</a:t>
            </a:r>
          </a:p>
          <a:p/>
          <a:p>
            <a:r>
              <a:t>3. If an error is found later, report it with the item reference rather than editing history or concealing the earlier decision.</a:t>
            </a:r>
          </a:p>
          <a:p/>
          <a:p>
            <a:r>
              <a:t>Expected result: Other staff can understand how the decision was reached.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learning material with the same care</a:t>
            </a:r>
          </a:p>
          <a:p/>
          <a:p>
            <a:r>
              <a:t>1. Open Lessons, games &amp; calendar if your role offers the content workspace.</a:t>
            </a:r>
          </a:p>
          <a:p/>
          <a:p>
            <a:r>
              <a:t>2. Read a submitted lesson, its questions, answers, source and audience. Use the review action only if independently assigned.</a:t>
            </a:r>
          </a:p>
          <a:p/>
          <a:p>
            <a:r>
              <a:t>3. A course review is separate from reviewing its individual lessons. Ask the coordinator if the action is not available.</a:t>
            </a:r>
          </a:p>
          <a:p/>
          <a:p>
            <a:r>
              <a:t>Expected result: Learning material receives the appropriate independent checks.</a:t>
            </a:r>
          </a:p>
          <a:p/>
          <a:p>
            <a:r>
              <a:t>Important: A role that can review material does not automatically let its author approve their own work.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Protect your account and other people</a:t>
            </a:r>
          </a:p>
          <a:p/>
          <a:p>
            <a:r>
              <a:t>1. Use your own account. Sign out on a shared computer or phone.</a:t>
            </a:r>
          </a:p>
          <a:p/>
          <a:p>
            <a:r>
              <a:t>2. Do not copy private interviews, class results or account lists into public chats or messages.</a:t>
            </a:r>
          </a:p>
          <a:p/>
          <a:p>
            <a:r>
              <a:t>3. If a screen shows information you should not see, stop and tell the account administrator.</a:t>
            </a:r>
          </a:p>
          <a:p/>
          <a:p>
            <a:r>
              <a:t>Expected result: Your work remains linked to the right person and private information stays protected.</a:t>
            </a:r>
          </a:p>
          <a:p/>
          <a:p>
            <a:r>
              <a:t>Important: Send support the screen name and error message, never your password or a reset link.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something does not work</a:t>
            </a:r>
          </a:p>
          <a:p/>
          <a:p>
            <a:r>
              <a:t>1. Check your internet connection. Read the message on screen before trying again.</a:t>
            </a:r>
          </a:p>
          <a:p/>
          <a:p>
            <a:r>
              <a:t>2. If your sign-in has expired, sign in again. If a button is missing, ask which role and language you have.</a:t>
            </a:r>
          </a:p>
          <a:p/>
          <a:p>
            <a:r>
              <a:t>3. If it still fails, note the time, screen, button and exact message. Send these to your account administrator.</a:t>
            </a:r>
          </a:p>
          <a:p/>
          <a:p>
            <a:r>
              <a:t>Expected result: You can explain the problem clearly without exposing private information.</a:t>
            </a:r>
          </a:p>
          <a:p/>
          <a:p>
            <a:r>
              <a:t>Important: Before repeating an upload or submission, check whether the first attempt was already saved.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Try it yourself: your readiness check</a:t>
            </a:r>
          </a:p>
          <a:p/>
          <a:p>
            <a:r>
              <a:t>1. Explain one checklist item using an approved practice contribution.</a:t>
            </a:r>
          </a:p>
          <a:p/>
          <a:p>
            <a:r>
              <a:t>2. Describe how to request an editor change and how the item returns to you.</a:t>
            </a:r>
          </a:p>
          <a:p/>
          <a:p>
            <a:r>
              <a:t>3. Explain why a proposed rejection needs independent votes.</a:t>
            </a:r>
          </a:p>
          <a:p/>
          <a:p>
            <a:r>
              <a:t>Expected result: You are ready for routine work when you can complete these steps without help.</a:t>
            </a:r>
          </a:p>
          <a:p/>
          <a:p>
            <a:r>
              <a:t>Important: Use only approved practice material. Do not publish, delete accounts or change live settings just to practise.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Relationship Id="rId4" Type="http://schemas.openxmlformats.org/officeDocument/2006/relationships/slide" Target="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Relationship Id="rId4" Type="http://schemas.openxmlformats.org/officeDocument/2006/relationships/slide" Target="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Relationship Id="rId4" Type="http://schemas.openxmlformats.org/officeDocument/2006/relationships/slide" Target="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slide" Target="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Relationship Id="rId4" Type="http://schemas.openxmlformats.org/officeDocument/2006/relationships/slide" Target="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Relationship Id="rId4" Type="http://schemas.openxmlformats.org/officeDocument/2006/relationships/slide" Target="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Relationship Id="rId4" Type="http://schemas.openxmlformats.org/officeDocument/2006/relationships/slide" Target="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Relationship Id="rId4" Type="http://schemas.openxmlformats.org/officeDocument/2006/relationships/slide" Target="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Relationship Id="rId4" Type="http://schemas.openxmlformats.org/officeDocument/2006/relationships/slide" Target="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Relationship Id="rId4" Type="http://schemas.openxmlformats.org/officeDocument/2006/relationships/slide" Target="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Relationship Id="rId4" Type="http://schemas.openxmlformats.org/officeDocument/2006/relationships/slide" Target="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5.xml"/><Relationship Id="rId4" Type="http://schemas.openxmlformats.org/officeDocument/2006/relationships/slide" Target="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6.xml"/><Relationship Id="rId4" Type="http://schemas.openxmlformats.org/officeDocument/2006/relationships/slide" Target="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7.xml"/><Relationship Id="rId4" Type="http://schemas.openxmlformats.org/officeDocument/2006/relationships/slide" Target="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Relationship Id="rId4" Type="http://schemas.openxmlformats.org/officeDocument/2006/relationships/slide" Target="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53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uo Heritage interface screenshot with labelled practice details: luo-heritage-5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571500"/>
            <a:ext cx="1143000" cy="114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09800" y="774700"/>
            <a:ext cx="8763000" cy="2682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Aft>
                <a:spcPts val="0"/>
              </a:spcAft>
              <a:defRPr sz="1300" b="1">
                <a:solidFill>
                  <a:srgbClr val="E5AE42"/>
                </a:solidFill>
                <a:latin typeface="Arial"/>
              </a:defRPr>
            </a:pPr>
            <a:r>
              <a:t>LUO HERITAGE / SELF-STUDY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9800" y="1130300"/>
            <a:ext cx="87630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0">
                <a:solidFill>
                  <a:srgbClr val="E7D8BF"/>
                </a:solidFill>
                <a:latin typeface="Arial"/>
              </a:defRPr>
            </a:pPr>
            <a:r>
              <a:t>LANGUAGE • CULTURE • LIVING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600" y="2247900"/>
            <a:ext cx="10541000" cy="702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030"/>
              </a:lnSpc>
              <a:spcAft>
                <a:spcPts val="0"/>
              </a:spcAft>
              <a:defRPr sz="4300" b="0">
                <a:solidFill>
                  <a:srgbClr val="FFFAF0"/>
                </a:solidFill>
                <a:latin typeface="Georgia"/>
              </a:defRPr>
            </a:pPr>
            <a:r>
              <a:t>Cultural reviewers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077337"/>
            <a:ext cx="10096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0"/>
              </a:lnSpc>
              <a:spcAft>
                <a:spcPts val="0"/>
              </a:spcAft>
              <a:defRPr sz="2100" b="0">
                <a:solidFill>
                  <a:srgbClr val="F3E6CE"/>
                </a:solidFill>
                <a:latin typeface="Arial"/>
              </a:defRPr>
            </a:pPr>
            <a:r>
              <a:t>Check accuracy, meaning and respectful use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600" y="4546600"/>
            <a:ext cx="10668000" cy="1193800"/>
          </a:xfrm>
          <a:prstGeom prst="roundRect">
            <a:avLst>
              <a:gd name="adj" fmla="val 8000"/>
            </a:avLst>
          </a:prstGeom>
          <a:solidFill>
            <a:srgbClr val="6D4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600" y="4762500"/>
            <a:ext cx="100965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1900" b="0">
                <a:solidFill>
                  <a:srgbClr val="FFF7E8"/>
                </a:solidFill>
                <a:latin typeface="Arial"/>
              </a:defRPr>
            </a:pPr>
            <a:r>
              <a:t>You will be able to make a clear, independent cultural review decision.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159500"/>
            <a:ext cx="6985000" cy="2524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Aft>
                <a:spcPts val="0"/>
              </a:spcAft>
              <a:defRPr sz="1200" b="1">
                <a:solidFill>
                  <a:srgbClr val="E5AE42"/>
                </a:solidFill>
                <a:latin typeface="Arial"/>
              </a:defRPr>
            </a:pPr>
            <a:r>
              <a:t>READ • TRY •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0" y="6172200"/>
            <a:ext cx="36195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0">
                <a:solidFill>
                  <a:srgbClr val="E7D8BF"/>
                </a:solidFill>
                <a:latin typeface="Arial"/>
              </a:defRPr>
            </a:pPr>
            <a:r>
              <a:t>25 October 2026 | Edition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CULTURAL REVIEWERS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Start here: learn at your own 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Read a slide, try its action, then check the result. Tap means click. Gold circles mark important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controls in the screenshots.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1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43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400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Use your own account. Your organisation supplies the correct website address and any staff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access.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02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3327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3289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Screenshots show the current interface with practice details. Actual names, content and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menus may differ.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Read the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4577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Try it yourself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4577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 the result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will be able to make a clear, independent cultural review decision.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1816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your menu looks different, first check My access. Do not ask someone to lend you their account.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CULTURAL REVIEWERS</a:t>
            </a:r>
          </a:p>
        </p:txBody>
      </p:sp>
      <p:sp>
        <p:nvSpPr>
          <p:cNvPr id="27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CULTURAL REVIEWERS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What this guide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Open Cultural Review and examine the item and its source.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Approve accurate material or request clear changes.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67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92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654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Use independent voting for a proposed cultural rejection.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Use the slide numbers to return to a task. The PDF has page bookmarks; PowerPoint has a contents 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CULTURAL REVIEWERS</a:t>
            </a:r>
          </a:p>
        </p:txBody>
      </p:sp>
      <p:sp>
        <p:nvSpPr>
          <p:cNvPr id="18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CULTURAL REVIEWERS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Sign in to your own account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1-sign-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175" y="1460500"/>
            <a:ext cx="3778250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Luo Heritage address supplied by your organisation.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Sign in or Log 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your email and password, then choose Log in. Check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spelling if it fails.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Community members may also use Google. Staff should use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account supplied by their 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account or dashboard opens.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886200"/>
            <a:ext cx="6705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Never share your password. Use only an address you trust.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CULTURAL REVIEWERS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CULTURAL REVIEWERS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Forgot your password?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3-reset-requ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683" y="1473200"/>
            <a:ext cx="4830233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On the sign-in screen, choose Forgotten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password? Select Reset password.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your account email. Choose Send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email, then check your inbox and spam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folder.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newest reset link within 30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minutes. A link can be used only once.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An account email arrives if the address is eligible and the email service is available.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no email arrives, contact the person who manages your account. Do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not keep requesting links.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CULTURAL REVIEWERS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CULTURAL REVIEWERS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Choose a new password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4-reset-confir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337" y="1473200"/>
            <a:ext cx="5366925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password reset link from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own inbox.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a new password of at least 12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characters. A short phrase with several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words is easier to remember.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Confirm. Return to sign in and use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new password on each device.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password changes and old sign-ins are ended.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Do not forward the reset link. If it has expired, request a new one.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CULTURAL REVIEWERS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CULTURAL REVIEWERS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How a contribution reaches readers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The uploader or contributor prepares a draft and submits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A cultural reviewer checks accuracy. An editor makes requested corrections and returns the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item for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84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3009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9718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A publisher checks the final item and permission. Only an approved public release becomes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visible to readers.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Prepare draft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8800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09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33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Cultural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30900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30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54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Publisher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3000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51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75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Public release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An item may return for changes. Drafts and private approvals are not public publication.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50292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Different people should perform the independent checks. Do not approve your own work.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CULTURAL REVIEWERS</a:t>
            </a:r>
          </a:p>
        </p:txBody>
      </p:sp>
      <p:sp>
        <p:nvSpPr>
          <p:cNvPr id="30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CULTURAL REVIEWERS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Open the right review item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2-cultural-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68" y="1473200"/>
            <a:ext cx="5428262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Cultural Review in your staff menu.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082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a submitted item in your assigned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language. Check that you did not prepare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material yourself.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75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200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162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its source, access settings, full text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and attached media before deciding.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are reviewing the current version of the intended item.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962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An item can change while another reviewer works on it. Refresh if the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system asks you to.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CULTURAL REVIEWERS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CULTURAL REVIEWERS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Complete the cultural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2-cultural-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68" y="1473200"/>
            <a:ext cx="5428262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Cultural Review and choose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item. Read its text, source details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attached files.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spelling, translation, grammar,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pronunciation, examples and cultural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context. Tick only what you have checked.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Add useful notes. If the item is correct,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Approve &amp; Send to Publisher.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item moves to the publisher queue after a successful cultural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you cannot check a recording or meaning, ask for help rather than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ticking the box.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CULTURAL REVIEWERS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CULTURAL REVIEWERS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Check permission before sharing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0-source-permiss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Under Source and access, choose Source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permission. If unsure, leave Not sure yet /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a reviewer.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how to credit the source. Use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person’s name only when they agree.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restricted, sacred or research-only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material private. Ask a reviewer before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changing access.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draft records who may use the material and how the source should be credited.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Permission to collect material is not automatically permission to publish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CULTURAL REVIEWERS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CULTURAL REVIEWERS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What the permission labels mean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0-source-permiss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Source permission: has the source agreed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to the proposed use? Choose Not sure yet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when you do not know.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Consent scope: what use was agreed?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Public excerpt means an approved public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part; research only and teaching have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different limits.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751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40005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9624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Restriction level: who may see it? Internal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and restricted are not public. Sacred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material needs the collection owner’s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special care.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understand the labels before you change them.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53467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the permission record is unclear, keep the item private and ask the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responsible reviewer.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CULTURAL REVIEWERS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CULTURAL REVIEWERS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Request an editor’s correction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2-cultural-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68" y="1473200"/>
            <a:ext cx="5428262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Describe the problem in the notes: say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where it is, why it matters and what needs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Request Editor Changes when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correction is needed.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editor fixes the draft and sends it back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to cultural review. Check the corrected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version again.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editor receives a clear change request; the item is not published.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Write useful comments such as “Check the meaning in paragraph two,”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rather than “Wrong.”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CULTURAL REVIEWERS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CULTURAL REVIEWERS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Raise a serious cultural concern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2-cultural-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68" y="1473200"/>
            <a:ext cx="5428262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material may be culturally false 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harmful, explain your concern in the notes.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Propose rejection for reviewer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vote. This asks other assigned reviewers to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Do not treat your proposal as a completed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rejection. Wait for the required independent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votes.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concern goes to an independent review vote.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For a serious privacy problem, also contact the responsible administrator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promptly.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CULTURAL REVIEWERS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CULTURAL REVIEWERS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Vote on another reviewer’s proposal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3-rejection-v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735164"/>
            <a:ext cx="6096000" cy="36162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proposed cultural rejection. Read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reason and the original source.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you are eligible, choose whether the item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is culturally valid or invalid. Give a clear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reason for an invalid vote.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the confirmation and vote count.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You cannot vote on your own proposal 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vote twice.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independent vote is recorded. The system applies the required threshold.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CULTURAL REVIEWERS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CULTURAL REVIEWERS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Keep a useful review history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2-cultural-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68" y="1473200"/>
            <a:ext cx="5428262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Review History to find your recorded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the item’s title and review notes when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explaining a decision to an editor 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coordinator.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an error is found later, report it with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item reference rather than editing history 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concealing the earlier decision.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Other staff can understand how the decision was reached.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CULTURAL REVIEWERS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CULTURAL REVIEWERS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Review learning material with the same care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6-less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80181"/>
            <a:ext cx="6096000" cy="39262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Lessons, games &amp; calendar if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role offers the content workspace.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a submitted lesson, its questions,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answers, source and audience. Use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review action only if independently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assigned.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 course review is separate from reviewing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its individual lessons. Ask the coordinator if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action is not available.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Learning material receives the appropriate independent checks.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7625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 role that can review material does not automatically let its author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approve their own work.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CULTURAL REVIEWERS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CULTURAL REVIEWERS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Protect your account and other people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5-my-accou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28520"/>
            <a:ext cx="6096000" cy="40295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your own account. Sign out on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shared computer or phone.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Do not copy private interviews, class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results or account lists into public chats 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messages.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a screen shows information you should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not see, stop and tell the account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work remains linked to the right person and private information stays protected.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Send support the screen name and error message, never your password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or a reset link.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CULTURAL REVIEWERS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CULTURAL REVIEWERS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When something does not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1-sign-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175" y="1460500"/>
            <a:ext cx="3778250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your internet connection. Read the message on screen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before trying again.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your sign-in has expired, sign in again. If a button is missing,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which role and language you have.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it still fails, note the time, screen, button and exact message.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Send these to your account 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explain the problem clearly without exposing private information.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886200"/>
            <a:ext cx="6705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Before repeating an upload or submission, check whether the first attempt was already saved.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CULTURAL REVIEWERS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CULTURAL REVIEWERS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Try it yourself: your readiness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Explain one checklist item using an approved practice contribution.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Describe how to request an editor change and how the item returns to you.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67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92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654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Explain why a proposed rejection needs independent votes.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Ask if unsure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are ready for routine work when you can complete these steps without help.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0292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Use only approved practice material. Do not publish, delete accounts or change live settings just to practise.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CULTURAL REVIEWERS</a:t>
            </a:r>
          </a:p>
        </p:txBody>
      </p:sp>
      <p:sp>
        <p:nvSpPr>
          <p:cNvPr id="27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Luo Heritage — Cultural reviewers</dc:title>
  <dc:subject>Self-study training slides</dc:subject>
  <dc:creator>Luo Heritage</dc:creator>
  <cp:keywords>self-study, role guide, illustrated, training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