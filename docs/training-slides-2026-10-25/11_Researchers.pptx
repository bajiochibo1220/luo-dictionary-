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distinguish public reading from authorised research access and request help safely.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Use public collections and sources responsibly.</a:t>
            </a:r>
          </a:p>
          <a:p/>
          <a:p>
            <a:r>
              <a:t>2. Understand what the researcher interest does and does not allow.</a:t>
            </a:r>
          </a:p>
          <a:p/>
          <a:p>
            <a:r>
              <a:t>3. Read internal transcripts only when separately authorised.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your access before you begin</a:t>
            </a:r>
          </a:p>
          <a:p/>
          <a:p>
            <a:r>
              <a:t>1. A researcher interest describes your purpose. It does not unlock private interviews or staff screens.</a:t>
            </a:r>
          </a:p>
          <a:p/>
          <a:p>
            <a:r>
              <a:t>2. Start with the public library and approved sources available to ordinary accounts.</a:t>
            </a:r>
          </a:p>
          <a:p/>
          <a:p>
            <a:r>
              <a:t>3. For internal research material, contact the person responsible for the collection. Use only the access they formally assign.</a:t>
            </a:r>
          </a:p>
          <a:p/>
          <a:p>
            <a:r>
              <a:t>Expected result: You know which material you may use without borrowing another person’s account.</a:t>
            </a:r>
          </a:p>
          <a:p/>
          <a:p>
            <a:r>
              <a:t>Important: This guide does not promise a self-service private-dataset download portal.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library on a phone</a:t>
            </a:r>
          </a:p>
          <a:p/>
          <a:p>
            <a:r>
              <a:t>1. Open a collection, such as Muma (Dictionary), from the menu.</a:t>
            </a:r>
          </a:p>
          <a:p/>
          <a:p>
            <a:r>
              <a:t>2. Use the picture, headphones, video or page icon to choose a type of content. The four-square icon shows all types.</a:t>
            </a:r>
          </a:p>
          <a:p/>
          <a:p>
            <a:r>
              <a:t>3. Choose the list or grid button to change the view. Scroll the entries below the controls.</a:t>
            </a:r>
          </a:p>
          <a:p/>
          <a:p>
            <a:r>
              <a:t>Expected result: The collection shows entries matching your chosen filter.</a:t>
            </a:r>
          </a:p>
          <a:p/>
          <a:p>
            <a:r>
              <a:t>Important: An empty result can mean there are no published entries of that type. Try All.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a word in the public dictionary</a:t>
            </a:r>
          </a:p>
          <a:p/>
          <a:p>
            <a:r>
              <a:t>1. On the public website, open the dictionary page and find its search box.</a:t>
            </a:r>
          </a:p>
          <a:p/>
          <a:p>
            <a:r>
              <a:t>2. Enter a Dholuo word or an English or Kiswahili meaning. Wait for the results, then read the relevant entry.</a:t>
            </a:r>
          </a:p>
          <a:p/>
          <a:p>
            <a:r>
              <a:t>3. If there is no result, check spelling or try another word. A missing published entry is not proof that the word does not exist.</a:t>
            </a:r>
          </a:p>
          <a:p/>
          <a:p>
            <a:r>
              <a:t>Expected result: You can use the dictionary search where it is offered.</a:t>
            </a:r>
          </a:p>
          <a:p/>
          <a:p>
            <a:r>
              <a:t>Important: The shared app’s Muma screen uses collection filters; it may not show this website search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source, not only an AI answer</a:t>
            </a:r>
          </a:p>
          <a:p/>
          <a:p>
            <a:r>
              <a:t>1. Open the approved entry and read its description, language and source credit.</a:t>
            </a:r>
          </a:p>
          <a:p/>
          <a:p>
            <a:r>
              <a:t>2. For an AI answer, open the cited platform entries and compare the answer with them.</a:t>
            </a:r>
          </a:p>
          <a:p/>
          <a:p>
            <a:r>
              <a:t>3. Record the source title and permitted reference details for your research notes. Follow the organisation’s citation and reuse rules.</a:t>
            </a:r>
          </a:p>
          <a:p/>
          <a:p>
            <a:r>
              <a:t>Expected result: Your notes refer to actual approved material rather than an uncited generated answer.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AI chatbot a clear question</a:t>
            </a:r>
          </a:p>
          <a:p/>
          <a:p>
            <a:r>
              <a:t>1. Open Chat or Chatbot. Choose your answer language and read the processing permission notice.</a:t>
            </a:r>
          </a:p>
          <a:p/>
          <a:p>
            <a:r>
              <a:t>2. If you agree, allow AI processing. Ask one clear question and wait for the response.</a:t>
            </a:r>
          </a:p>
          <a:p/>
          <a:p>
            <a:r>
              <a:t>3. Open any sources provided. Ask a follow-up question if you need a simpler explanation.</a:t>
            </a:r>
          </a:p>
          <a:p/>
          <a:p>
            <a:r>
              <a:t>Expected result: You can read an answer and inspect any linked sources.</a:t>
            </a:r>
          </a:p>
          <a:p/>
          <a:p>
            <a:r>
              <a:t>Important: AI can make mistakes. Do not enter private interviews, passwords or learners’ personal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private research access properly</a:t>
            </a:r>
          </a:p>
          <a:p/>
          <a:p>
            <a:r>
              <a:t>1. Describe your research purpose, the collection needed and who will use it.</a:t>
            </a:r>
          </a:p>
          <a:p/>
          <a:p>
            <a:r>
              <a:t>2. Ask the person responsible for the collection what permission, consent and access conditions apply.</a:t>
            </a:r>
          </a:p>
          <a:p/>
          <a:p>
            <a:r>
              <a:t>3. Wait for approval. Do not treat a visible title, an imported file or a colleague’s copy as permission to reuse it.</a:t>
            </a:r>
          </a:p>
          <a:p/>
          <a:p>
            <a:r>
              <a:t>Expected result: The access request can be considered by the responsible person.</a:t>
            </a:r>
          </a:p>
          <a:p/>
          <a:p>
            <a:r>
              <a:t>Important: Research-only, teaching and public sharing are different permissions.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authorised reviewers: open transcripts</a:t>
            </a:r>
          </a:p>
          <a:p/>
          <a:p>
            <a:r>
              <a:t>1. This step applies only if you have separately been assigned a role that can read the internal transcript library.</a:t>
            </a:r>
          </a:p>
          <a:p/>
          <a:p>
            <a:r>
              <a:t>2. Open Transcripts from the staff menu. Choose the permitted session in your assigned language.</a:t>
            </a:r>
          </a:p>
          <a:p/>
          <a:p>
            <a:r>
              <a:t>3. Check the session reference and read only the material allowed by your approval.</a:t>
            </a:r>
          </a:p>
          <a:p/>
          <a:p>
            <a:r>
              <a:t>Expected result: An authorised reader reaches the correct internal session.</a:t>
            </a:r>
          </a:p>
          <a:p/>
          <a:p>
            <a:r>
              <a:t>Important: If Transcripts is missing or access is refused, ask the custodian. Do not try another user’s login.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transcript sections carefully</a:t>
            </a:r>
          </a:p>
          <a:p/>
          <a:p>
            <a:r>
              <a:t>1. Open the permitted session and choose a segment, or Expand all segments.</a:t>
            </a:r>
          </a:p>
          <a:p/>
          <a:p>
            <a:r>
              <a:t>2. Keep the source reference with your notes. An AI summary is not a replacement for the original text.</a:t>
            </a:r>
          </a:p>
          <a:p/>
          <a:p>
            <a:r>
              <a:t>3. Do not translate, publish, export or submit internal text to an external AI service without the required permission.</a:t>
            </a:r>
          </a:p>
          <a:p/>
          <a:p>
            <a:r>
              <a:t>Expected result: Your work retains its connection to the permitted original source.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an export rather than assuming permission</a:t>
            </a:r>
          </a:p>
          <a:p/>
          <a:p>
            <a:r>
              <a:t>1. Tell the collection owner exactly which records and fields are needed and why.</a:t>
            </a:r>
          </a:p>
          <a:p/>
          <a:p>
            <a:r>
              <a:t>2. Ask for the approved export and any citation, storage, sharing or deletion conditions.</a:t>
            </a:r>
          </a:p>
          <a:p/>
          <a:p>
            <a:r>
              <a:t>3. Check the files and permission record together. Keep participant identities and sensitive locations protected.</a:t>
            </a:r>
          </a:p>
          <a:p/>
          <a:p>
            <a:r>
              <a:t>Expected result: Any research copy has a documented purpose and agreed conditions.</a:t>
            </a:r>
          </a:p>
          <a:p/>
          <a:p>
            <a:r>
              <a:t>Important: An administrator’s technical ability to export is not the same as permission for your study.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a source or consent concern</a:t>
            </a:r>
          </a:p>
          <a:p/>
          <a:p>
            <a:r>
              <a:t>1. Note the item title and reference, and describe the concern without copying restricted text.</a:t>
            </a:r>
          </a:p>
          <a:p/>
          <a:p>
            <a:r>
              <a:t>2. Contact the person responsible for the collection or the administrator who granted your access.</a:t>
            </a:r>
          </a:p>
          <a:p/>
          <a:p>
            <a:r>
              <a:t>3. Pause any disputed reuse until the responsible person confirms what is permitted.</a:t>
            </a:r>
          </a:p>
          <a:p/>
          <a:p>
            <a:r>
              <a:t>Expected result: The rights concern is handled without spreading the disputed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Find a public source and explain how you would cite it.</a:t>
            </a:r>
          </a:p>
          <a:p/>
          <a:p>
            <a:r>
              <a:t>2. Explain why the researcher interest does not grant internal access.</a:t>
            </a:r>
          </a:p>
          <a:p/>
          <a:p>
            <a:r>
              <a:t>3. Describe how you would request a transcript or dataset export and check its reuse conditions.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6132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29"/>
              </a:lnSpc>
              <a:spcAft>
                <a:spcPts val="0"/>
              </a:spcAft>
              <a:defRPr sz="3700" b="0">
                <a:solidFill>
                  <a:srgbClr val="FFFAF0"/>
                </a:solidFill>
                <a:latin typeface="Georgia"/>
              </a:defRPr>
            </a:pPr>
            <a:r>
              <a:t>Researchers and institutional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88183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Find usable sources and respect collection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distinguish public reading from authorised research access and request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help safely.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distinguish public reading from authorised research access and request help safely.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public collections and sources responsibly.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Understand what the researcher interest does and does not allow.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internal transcripts only when separately authorised.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your access before you begin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researcher interest describes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purpose. It does not unlock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interviews or staff screens.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Start with the public library and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sources available to ordinary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internal research material, contact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responsible for the collection.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only the access they formally assign.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material you may use without borrowing another person’s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guide does not promise a self-service private-dataset download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portal.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the library on a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5-mobile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657" y="1460500"/>
            <a:ext cx="1995284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collection, such as Muma (Dictionary), from 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picture, headphones, video or page icon to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 of content. The four-square icon shows all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list or grid button to change the view. Scroll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below the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shows entries matching your chosen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6703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empty result can mean there are no published entries of that type. Try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a word in the public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3-dictionary-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public website, open the dictionary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page and find its search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Dholuo word or an English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Kiswahili meaning. Wait for the results,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then read the relevant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there is no result, check spelling or try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another word. A missing published entry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that the word does not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use the dictionary search where it is offered.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shared app’s Muma screen uses collection filters; it may not show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this website search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a source, not only an AI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approved entry and read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description, language and source credit.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AI answer, open the cited platform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and compare the answer with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source title and permitted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reference details for your research notes.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 the organisation’s citation and reuse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notes refer to actual approved material rather than an uncited generated answer.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Ask the AI chatbot a clear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Chat or Chatbot. Choose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 language and read the processing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agree, allow AI processing. Ask 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clear question and wait for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any sources provided. Ask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follow-up question if you need a simpler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an answer and inspect any linked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AI can make mistakes. Do not enter private interviews, passwords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learners’ personal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private research access properly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your research purpose,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needed and who will use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person responsible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what permission, consent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access conditions apply.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Wait for approval. Do not treat a visible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title, an imported file or a colleague’s copy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 permission to reuse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access request can be considered by the responsible person.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Research-only, teaching and public sharing are different permissions.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 authorised reviewers: open transcripts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This step applies only if you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separately been assigned a role that can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internal transcript library.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Transcripts from the staff menu.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permitted session in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session reference and read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material allowed by your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authorised reader reaches the correct internal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Transcripts is missing or access is refused, ask the custodian. Do not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try another user’s login.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transcript sections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4-transcript-segme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permitted session and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segment, or Expand all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source reference with your notes.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 AI summary is not a replacement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original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translate, publish, export or submit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internal text to an external AI service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the required permission.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retains its connection to the permitted original source.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Request an export rather than assuming permission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3-transcrip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Tell the collection owner exactly which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records and fields are needed and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for the approved export and any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citation, storage, sharing or deletion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files and permission record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together. Keep participant identities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sensitive locations protected.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Any research copy has a documented purpose and agreed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administrator’s technical ability to export is not the same as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for your study.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Report a source or consent concern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Note the item title and reference,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describe the concern without copying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restricted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Contact the person responsible for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 or the administrator who granted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Pause any disputed reuse until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responsible person confirms what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permitted.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rights concern is handled without spreading the disputed material.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RESEARCHERS AND INSTITUTIONAL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a public source and explain how you would cite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the researcher interest does not grant internal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Describe how you would request a transcript or dataset export and check its reuse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RESEARCHERS AND INSTITUTIONAL READERS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Researchers and institutional readers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