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here: learn at your own pace</a:t>
            </a:r>
          </a:p>
          <a:p/>
          <a:p>
            <a:r>
              <a:t>1. Read a slide, try its action, then check the result. Tap means click. Gold circles mark important controls in the screenshots.</a:t>
            </a:r>
          </a:p>
          <a:p/>
          <a:p>
            <a:r>
              <a:t>2. Use your own account. Your organisation supplies the correct website address and any staff access.</a:t>
            </a:r>
          </a:p>
          <a:p/>
          <a:p>
            <a:r>
              <a:t>3. Screenshots show the current interface with practice details. Actual names, content and menus may differ.</a:t>
            </a:r>
          </a:p>
          <a:p/>
          <a:p>
            <a:r>
              <a:t>Expected result: You will be able to check a reviewed item and distinguish public release from internal approval.</a:t>
            </a:r>
          </a:p>
          <a:p/>
          <a:p>
            <a:r>
              <a:t>Important: If your menu looks different, first check My access. Do not ask someone to lend you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guide covers</a:t>
            </a:r>
          </a:p>
          <a:p/>
          <a:p>
            <a:r>
              <a:t>1. Find culturally reviewed items in Publishing Queue.</a:t>
            </a:r>
          </a:p>
          <a:p/>
          <a:p>
            <a:r>
              <a:t>2. Check source permission, access and media before release.</a:t>
            </a:r>
          </a:p>
          <a:p/>
          <a:p>
            <a:r>
              <a:t>3. Publish eligible material and verify what readers can see.</a:t>
            </a:r>
          </a:p>
          <a:p/>
          <a:p>
            <a:r>
              <a:t>Expected result: Use the slide numbers to return to a task. The PDF has page bookmarks; PowerPoint has a contents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contribution reaches readers</a:t>
            </a:r>
          </a:p>
          <a:p/>
          <a:p>
            <a:r>
              <a:t>1. The uploader or contributor prepares a draft and submits it.</a:t>
            </a:r>
          </a:p>
          <a:p/>
          <a:p>
            <a:r>
              <a:t>2. A cultural reviewer checks accuracy. An editor makes requested corrections and returns the item for review.</a:t>
            </a:r>
          </a:p>
          <a:p/>
          <a:p>
            <a:r>
              <a:t>3. A publisher checks the final item and permission. Only an approved public release becomes visible to readers.</a:t>
            </a:r>
          </a:p>
          <a:p/>
          <a:p>
            <a:r>
              <a:t>Expected result: An item may return for changes. Drafts and private approvals are not public publication.</a:t>
            </a:r>
          </a:p>
          <a:p/>
          <a:p>
            <a:r>
              <a:t>Important: Different people should perform the independent checks. Do not approve your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carefully before choosing Publish</a:t>
            </a:r>
          </a:p>
          <a:p/>
          <a:p>
            <a:r>
              <a:t>1. Open Publishing Queue and read the culturally reviewed item.</a:t>
            </a:r>
          </a:p>
          <a:p/>
          <a:p>
            <a:r>
              <a:t>2. Check the text, attached files, source permission and public access settings. Add a note if needed.</a:t>
            </a:r>
          </a:p>
          <a:p/>
          <a:p>
            <a:r>
              <a:t>3. Choose Publish only when the item is ready. Read the confirmation: an internal approval can remain private.</a:t>
            </a:r>
          </a:p>
          <a:p/>
          <a:p>
            <a:r>
              <a:t>Expected result: Eligible public material becomes available to readers; internal material remains protected.</a:t>
            </a:r>
          </a:p>
          <a:p/>
          <a:p>
            <a:r>
              <a:t>Important: A Publish button is not permission to release sacred, restricted or research-only material.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permission before sharing</a:t>
            </a:r>
          </a:p>
          <a:p/>
          <a:p>
            <a:r>
              <a:t>1. Under Source and access, choose Source permission. If unsure, leave Not sure yet / ask a reviewer.</a:t>
            </a:r>
          </a:p>
          <a:p/>
          <a:p>
            <a:r>
              <a:t>2. Choose how to credit the source. Use a person’s name only when they agree.</a:t>
            </a:r>
          </a:p>
          <a:p/>
          <a:p>
            <a:r>
              <a:t>3. Keep restricted, sacred or research-only material private. Ask a reviewer before changing access.</a:t>
            </a:r>
          </a:p>
          <a:p/>
          <a:p>
            <a:r>
              <a:t>Expected result: The draft records who may use the material and how the source should be credited.</a:t>
            </a:r>
          </a:p>
          <a:p/>
          <a:p>
            <a:r>
              <a:t>Important: Permission to collect material is not automatically permission to publish 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final pre-publication check</a:t>
            </a:r>
          </a:p>
          <a:p/>
          <a:p>
            <a:r>
              <a:t>1. Confirm the title, language and current version are correct and the cultural review is complete.</a:t>
            </a:r>
          </a:p>
          <a:p/>
          <a:p>
            <a:r>
              <a:t>2. Open the files and read descriptions, translations and source credit. Check that public sharing is actually permitted.</a:t>
            </a:r>
          </a:p>
          <a:p/>
          <a:p>
            <a:r>
              <a:t>3. If anything is unclear, stop and contact the reviewer or language administrator before publishing.</a:t>
            </a:r>
          </a:p>
          <a:p/>
          <a:p>
            <a:r>
              <a:t>Expected result: The release decision is based on the complete item and its permission evidence.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 the confirmation message</a:t>
            </a:r>
          </a:p>
          <a:p/>
          <a:p>
            <a:r>
              <a:t>1. After choosing Publish, read the full success message.</a:t>
            </a:r>
          </a:p>
          <a:p/>
          <a:p>
            <a:r>
              <a:t>2. Public release means eligible readers can see the item. Internal curation means it remains private.</a:t>
            </a:r>
          </a:p>
          <a:p/>
          <a:p>
            <a:r>
              <a:t>3. Do not change consent or access merely to make an internally approved item appear in the public library.</a:t>
            </a:r>
          </a:p>
          <a:p/>
          <a:p>
            <a:r>
              <a:t>Expected result: You know whether the item was publicly released or privately curated.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the reader’s view</a:t>
            </a:r>
          </a:p>
          <a:p/>
          <a:p>
            <a:r>
              <a:t>1. Open the public library, preferably in a separate signed-out browser window.</a:t>
            </a:r>
          </a:p>
          <a:p/>
          <a:p>
            <a:r>
              <a:t>2. Choose the correct collection and content type. Find the released item and try its files.</a:t>
            </a:r>
          </a:p>
          <a:p/>
          <a:p>
            <a:r>
              <a:t>3. If it is missing, confirm the release message, language, permission and selected filter before escalating.</a:t>
            </a:r>
          </a:p>
          <a:p/>
          <a:p>
            <a:r>
              <a:t>Expected result: The intended public item is readable and its files are usable.</a:t>
            </a:r>
          </a:p>
          <a:p/>
          <a:p>
            <a:r>
              <a:t>Important: Do not test private content by sharing a staff-only link with a member of the public.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publication record</a:t>
            </a:r>
          </a:p>
          <a:p/>
          <a:p>
            <a:r>
              <a:t>1. Open Published History to find earlier releases.</a:t>
            </a:r>
          </a:p>
          <a:p/>
          <a:p>
            <a:r>
              <a:t>2. Record any concern with the item’s title and reference, and notify the language administrator.</a:t>
            </a:r>
          </a:p>
          <a:p/>
          <a:p>
            <a:r>
              <a:t>3. If an urgent rights or privacy issue is found, request the approved withdrawal process. Do not assume a saved edit removes a public item.</a:t>
            </a:r>
          </a:p>
          <a:p/>
          <a:p>
            <a:r>
              <a:t>Expected result: Publication decisions and later concerns can be traced.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Publish lessons and courses separately</a:t>
            </a:r>
          </a:p>
          <a:p/>
          <a:p>
            <a:r>
              <a:t>1. In the learning content workspace, inspect validated resources and use publish only when permitted.</a:t>
            </a:r>
          </a:p>
          <a:p/>
          <a:p>
            <a:r>
              <a:t>2. For a course, open its staff view and choose Publish course after independent review.</a:t>
            </a:r>
          </a:p>
          <a:p/>
          <a:p>
            <a:r>
              <a:t>3. Confirm that both the course and its linked lessons are available to the intended learners.</a:t>
            </a:r>
          </a:p>
          <a:p/>
          <a:p>
            <a:r>
              <a:t>Expected result: Learners see a usable course with available lessons.</a:t>
            </a:r>
          </a:p>
          <a:p/>
          <a:p>
            <a:r>
              <a:t>Important: You cannot independently approve a resource you authored yourself.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yourself: your readiness check</a:t>
            </a:r>
          </a:p>
          <a:p/>
          <a:p>
            <a:r>
              <a:t>1. Explain the checks you make before Publish.</a:t>
            </a:r>
          </a:p>
          <a:p/>
          <a:p>
            <a:r>
              <a:t>2. Distinguish a public release from an internal approval.</a:t>
            </a:r>
          </a:p>
          <a:p/>
          <a:p>
            <a:r>
              <a:t>3. Find the public collection and explain how you would report an incorrect release.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Relationship Id="rId4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Relationship Id="rId4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702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Publishers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77337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Make the final release decision responsibly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You will be able to check a reviewed item and distinguish public release from internal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approval.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here: learn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a slide, try its action, then check the result. Tap means click. Gold circles mark important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controls in the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your own account. Your organisation supplies the correct website address and any staff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show the current interface with practice details. Actual names, content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menus may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will be able to check a reviewed item and distinguish public release from internal approval.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your menu looks different, first check My access. Do not ask someone to lend you their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this guide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culturally reviewed items in Publishing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Check source permission, access and media before release.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Publish eligible material and verify what readers can see.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slide numbers to return to a task. The PDF has page bookmarks; PowerPoint has a contents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How a contribution reaches readers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The uploader or contributor prepares a draft and submits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cultural reviewer checks accuracy. An editor makes requested corrections and returns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item for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publisher checks the final item and permission. Only an approved public release becomes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visible to readers.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Prepare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88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9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Cultural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9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54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Publisher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51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5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Public release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item may return for changes. Drafts and private approvals are not public publication.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Different people should perform the independent checks. Do not approve your own 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30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carefully before choosing Publish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5-publi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41808"/>
            <a:ext cx="6096000" cy="3202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Publishing Queue and read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culturally reviewed item.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text, attached files,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 and public access settings. Add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 note if needed.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Publish only when the item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ready. Read the confirmation: an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approval can remain private.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Eligible public material becomes available to readers; internal material remains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Publish button is not permission to release sacred, restricted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research-only material.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permission before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Under Source and access, choose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permission. If unsure, leave Not sure yet /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a reviewer.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how to credit the source. Use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person’s name only when they agree.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restricted, sacred or research-only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private. Ask a reviewer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draft records who may use the material and how the source should be credited.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Permission to collect material is not automatically permission to publish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a final pre-publication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5-publi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41808"/>
            <a:ext cx="6096000" cy="3202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 title, language and current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version are correct and the cultural review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is complete.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files and read descriptions,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translations and source credit. Check that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sharing is actually permitted.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anything is unclear, stop and contact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reviewer or language administrator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publishing.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release decision is based on the complete item and its permission evidence.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Understand the confirmation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5-publi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41808"/>
            <a:ext cx="6096000" cy="3202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After choosing Publish, read the full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success message.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release means eligible readers can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see the item. Internal curation means it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remains private.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change consent or access merely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make an internally approved item appear 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public library.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whether the item was publicly released or privately curated.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the reader’s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6-desktop-libr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public library, preferably in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separate signed-out browser window.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the correct collection and content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type. Find the released item and try its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is missing, confirm the release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message, language, permission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selected filter before escalating.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intended public item is readable and its files are usable.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test private content by sharing a staff-only link with a member of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the public.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Keep the publication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5-publi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41808"/>
            <a:ext cx="6096000" cy="32029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Published History to find earlier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releases.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Record any concern with the item’s title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reference, and notify the language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an urgent rights or privacy issue is found,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request the approved withdrawal process.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assume a saved edit removes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item.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Publication decisions and later concerns can be traced.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Publish lessons and courses separately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8-cour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 the learning content workspace, inspect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validated resources and use publish 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permitted.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a course, open its staff view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Publish course after independent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that both the course and its linked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lessons are available to the intended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learners.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Learners see a usable course with available lessons.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You cannot independently approve a resource you authored yourself.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PUBLISHERS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Try it yourself: your readiness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the checks you make before Publish.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Distinguish a public release from an internal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the public collection and explain how you would report an incorrect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PUBLISHERS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Publishers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