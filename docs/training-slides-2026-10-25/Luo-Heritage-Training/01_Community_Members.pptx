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Self-study guide. Screenshots show actual interface components rendered with clearly labelled sample data, not a production acceptance demonstration. No real account or cultural record was changed to make these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here: learn at your own pace</a:t>
            </a:r>
          </a:p>
          <a:p/>
          <a:p>
            <a:r>
              <a:t>1. Read a slide, try its action, then check the result. Tap means click. Gold circles mark important controls in the screenshots.</a:t>
            </a:r>
          </a:p>
          <a:p/>
          <a:p>
            <a:r>
              <a:t>2. Use your own account. Your organisation supplies the correct website address and any staff access.</a:t>
            </a:r>
          </a:p>
          <a:p/>
          <a:p>
            <a:r>
              <a:t>3. Screenshots show the current interface with practice details. Actual names, content and menus may differ.</a:t>
            </a:r>
          </a:p>
          <a:p/>
          <a:p>
            <a:r>
              <a:t>Expected result: You will be able to find cultural material, ask questions and submit your own contribution.</a:t>
            </a:r>
          </a:p>
          <a:p/>
          <a:p>
            <a:r>
              <a:t>Important: If your menu looks different, first check My access. Do not ask someone to lend you their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guide covers</a:t>
            </a:r>
          </a:p>
          <a:p/>
          <a:p>
            <a:r>
              <a:t>1. Create and recover an account; understand the menu.</a:t>
            </a:r>
          </a:p>
          <a:p/>
          <a:p>
            <a:r>
              <a:t>2. Read collections, save items, learn and ask questions.</a:t>
            </a:r>
          </a:p>
          <a:p/>
          <a:p>
            <a:r>
              <a:t>3. Prepare a private contribution and send it for review.</a:t>
            </a:r>
          </a:p>
          <a:p/>
          <a:p>
            <a:r>
              <a:t>Expected result: Use the slide numbers to return to a task. The PDF has page bookmarks; PowerPoint has a contents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 in to your own account</a:t>
            </a:r>
          </a:p>
          <a:p/>
          <a:p>
            <a:r>
              <a:t>1. Open the Luo Heritage address supplied by your organisation. Choose Sign in or Log in.</a:t>
            </a:r>
          </a:p>
          <a:p/>
          <a:p>
            <a:r>
              <a:t>2. Enter your email and password, then choose Log in. Check your spelling if it fails.</a:t>
            </a:r>
          </a:p>
          <a:p/>
          <a:p>
            <a:r>
              <a:t>3. Community members may also use Google. Staff should use the account supplied by their administrator.</a:t>
            </a:r>
          </a:p>
          <a:p/>
          <a:p>
            <a:r>
              <a:t>Expected result: Your account or dashboard opens.</a:t>
            </a:r>
          </a:p>
          <a:p/>
          <a:p>
            <a:r>
              <a:t>Important: Never share your password. Use only an address you trust.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Forgot your password?</a:t>
            </a:r>
          </a:p>
          <a:p/>
          <a:p>
            <a:r>
              <a:t>1. On the sign-in screen, choose Forgotten password? Select Reset password.</a:t>
            </a:r>
          </a:p>
          <a:p/>
          <a:p>
            <a:r>
              <a:t>2. Enter your account email. Choose Send email, then check your inbox and spam folder.</a:t>
            </a:r>
          </a:p>
          <a:p/>
          <a:p>
            <a:r>
              <a:t>3. Open the newest reset link within 30 minutes. A link can be used only once.</a:t>
            </a:r>
          </a:p>
          <a:p/>
          <a:p>
            <a:r>
              <a:t>Expected result: An account email arrives if the address is eligible and the email service is available.</a:t>
            </a:r>
          </a:p>
          <a:p/>
          <a:p>
            <a:r>
              <a:t>Important: If no email arrives, contact the person who manages your account. Do not keep requesting links.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a new password</a:t>
            </a:r>
          </a:p>
          <a:p/>
          <a:p>
            <a:r>
              <a:t>1. Open the password reset link from your own inbox.</a:t>
            </a:r>
          </a:p>
          <a:p/>
          <a:p>
            <a:r>
              <a:t>2. Enter a new password of at least 12 characters. A short phrase with several words is easier to remember.</a:t>
            </a:r>
          </a:p>
          <a:p/>
          <a:p>
            <a:r>
              <a:t>3. Choose Confirm. Return to sign in and use the new password on each device.</a:t>
            </a:r>
          </a:p>
          <a:p/>
          <a:p>
            <a:r>
              <a:t>Expected result: The password changes and old sign-ins are ended.</a:t>
            </a:r>
          </a:p>
          <a:p/>
          <a:p>
            <a:r>
              <a:t>Important: Do not forward the reset link. If it has expired, request a new one.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a community account</a:t>
            </a:r>
          </a:p>
          <a:p/>
          <a:p>
            <a:r>
              <a:t>1. Choose Create new account from the sign-in screen. Enter your name, email and date of birth.</a:t>
            </a:r>
          </a:p>
          <a:p/>
          <a:p>
            <a:r>
              <a:t>2. Choose your language and interests. Read and accept the Terms and Privacy Policy.</a:t>
            </a:r>
          </a:p>
          <a:p/>
          <a:p>
            <a:r>
              <a:t>3. Set your password and submit. If approval is required, wait for confirmation before signing in.</a:t>
            </a:r>
          </a:p>
          <a:p/>
          <a:p>
            <a:r>
              <a:t>Expected result: Your account is created or clearly marked as awaiting approval.</a:t>
            </a:r>
          </a:p>
          <a:p/>
          <a:p>
            <a:r>
              <a:t>Important: You can choose Google registration if offered, then complete any requested profile information.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your way around</a:t>
            </a:r>
          </a:p>
          <a:p/>
          <a:p>
            <a:r>
              <a:t>1. Open the menu on the left. On a phone, use the menu button first.</a:t>
            </a:r>
          </a:p>
          <a:p/>
          <a:p>
            <a:r>
              <a:t>2. Choose a collection such as Muma, Ngero or stories. The smaller label explains its content.</a:t>
            </a:r>
          </a:p>
          <a:p/>
          <a:p>
            <a:r>
              <a:t>3. Use the same menu for lessons, courses, saved items, contributions and your account.</a:t>
            </a:r>
          </a:p>
          <a:p/>
          <a:p>
            <a:r>
              <a:t>Expected result: You can return to a collection or personal screen without starting again.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library on a phone</a:t>
            </a:r>
          </a:p>
          <a:p/>
          <a:p>
            <a:r>
              <a:t>1. Open a collection, such as Muma (Dictionary), from the menu.</a:t>
            </a:r>
          </a:p>
          <a:p/>
          <a:p>
            <a:r>
              <a:t>2. Use the picture, headphones, video or page icon to choose a type of content. The four-square icon shows all types.</a:t>
            </a:r>
          </a:p>
          <a:p/>
          <a:p>
            <a:r>
              <a:t>3. Choose the list or grid button to change the view. Scroll the entries below the controls.</a:t>
            </a:r>
          </a:p>
          <a:p/>
          <a:p>
            <a:r>
              <a:t>Expected result: The collection shows entries matching your chosen filter.</a:t>
            </a:r>
          </a:p>
          <a:p/>
          <a:p>
            <a:r>
              <a:t>Important: An empty result can mean there are no published entries of that type. Try All.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a word in the public dictionary</a:t>
            </a:r>
          </a:p>
          <a:p/>
          <a:p>
            <a:r>
              <a:t>1. On the public website, open the dictionary page and find its search box.</a:t>
            </a:r>
          </a:p>
          <a:p/>
          <a:p>
            <a:r>
              <a:t>2. Enter a Dholuo word or an English or Kiswahili meaning. Wait for the results, then read the relevant entry.</a:t>
            </a:r>
          </a:p>
          <a:p/>
          <a:p>
            <a:r>
              <a:t>3. If there is no result, check spelling or try another word. A missing published entry is not proof that the word does not exist.</a:t>
            </a:r>
          </a:p>
          <a:p/>
          <a:p>
            <a:r>
              <a:t>Expected result: You can use the dictionary search where it is offered.</a:t>
            </a:r>
          </a:p>
          <a:p/>
          <a:p>
            <a:r>
              <a:t>Important: The shared app’s Muma screen uses collection filters; it may not show this website search box.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Read, listen and change the view</a:t>
            </a:r>
          </a:p>
          <a:p/>
          <a:p>
            <a:r>
              <a:t>1. Open an entry or choose the grid button, then select its card.</a:t>
            </a:r>
          </a:p>
          <a:p/>
          <a:p>
            <a:r>
              <a:t>2. Use See description or See this in English when offered. Audio and video use their own play controls.</a:t>
            </a:r>
          </a:p>
          <a:p/>
          <a:p>
            <a:r>
              <a:t>3. Use All if a filter shows no results. Save item is available in signed-in views that offer it.</a:t>
            </a:r>
          </a:p>
          <a:p/>
          <a:p>
            <a:r>
              <a:t>Expected result: You can read the entry and use the media that has actually been published.</a:t>
            </a:r>
          </a:p>
          <a:p/>
          <a:p>
            <a:r>
              <a:t>Important: An unavailable English description does not mean the original entry is missing.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 to saved words and items</a:t>
            </a:r>
          </a:p>
          <a:p/>
          <a:p>
            <a:r>
              <a:t>1. Sign in and choose Save item on an entry or lesson where that button is available.</a:t>
            </a:r>
          </a:p>
          <a:p/>
          <a:p>
            <a:r>
              <a:t>2. Open Saved words &amp; items from the menu. Choose Open collection to return to its source.</a:t>
            </a:r>
          </a:p>
          <a:p/>
          <a:p>
            <a:r>
              <a:t>3. Choose Remove saved item when you no longer need the bookmark.</a:t>
            </a:r>
          </a:p>
          <a:p/>
          <a:p>
            <a:r>
              <a:t>Expected result: Your saved list helps you find material again on the same account.</a:t>
            </a:r>
          </a:p>
          <a:p/>
          <a:p>
            <a:r>
              <a:t>Important: Saving a bookmark does not download a file for offline use.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 lesson and keep your progress</a:t>
            </a:r>
          </a:p>
          <a:p/>
          <a:p>
            <a:r>
              <a:t>1. Choose Lessons, games &amp; calendar. Open a published lesson.</a:t>
            </a:r>
          </a:p>
          <a:p/>
          <a:p>
            <a:r>
              <a:t>2. Read the lesson and answer its questions. Choose Finish &amp; save progress.</a:t>
            </a:r>
          </a:p>
          <a:p/>
          <a:p>
            <a:r>
              <a:t>3. Read the result and feedback. Sign in with the same account on another device to keep your learning together.</a:t>
            </a:r>
          </a:p>
          <a:p/>
          <a:p>
            <a:r>
              <a:t>Expected result: You see a saved result or a message saying the attempt is waiting to go online.</a:t>
            </a:r>
          </a:p>
          <a:p/>
          <a:p>
            <a:r>
              <a:t>Important: A score helps you learn; it does not replace a teacher’s review.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to study without internet</a:t>
            </a:r>
          </a:p>
          <a:p/>
          <a:p>
            <a:r>
              <a:t>1. While connected, open a lesson that allows downloads. Choose Download text for offline use.</a:t>
            </a:r>
          </a:p>
          <a:p/>
          <a:p>
            <a:r>
              <a:t>2. Keep using the same browser or app profile. Downloaded text can be read without internet for up to seven days.</a:t>
            </a:r>
          </a:p>
          <a:p/>
          <a:p>
            <a:r>
              <a:t>3. Reconnect and choose Refresh &amp; sync. Keep the app open until waiting attempts have been saved online.</a:t>
            </a:r>
          </a:p>
          <a:p/>
          <a:p>
            <a:r>
              <a:t>Expected result: Permitted lesson text is available offline and saved attempts can synchronize later.</a:t>
            </a:r>
          </a:p>
          <a:p/>
          <a:p>
            <a:r>
              <a:t>Important: These downloads contain text, not the audio or video files. Some lessons cannot be downloaded.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AI chatbot a clear question</a:t>
            </a:r>
          </a:p>
          <a:p/>
          <a:p>
            <a:r>
              <a:t>1. Open Chat or Chatbot. Choose your answer language and read the processing permission notice.</a:t>
            </a:r>
          </a:p>
          <a:p/>
          <a:p>
            <a:r>
              <a:t>2. If you agree, allow AI processing. Ask one clear question and wait for the response.</a:t>
            </a:r>
          </a:p>
          <a:p/>
          <a:p>
            <a:r>
              <a:t>3. Open any sources provided. Ask a follow-up question if you need a simpler explanation.</a:t>
            </a:r>
          </a:p>
          <a:p/>
          <a:p>
            <a:r>
              <a:t>Expected result: You can read an answer and inspect any linked sources.</a:t>
            </a:r>
          </a:p>
          <a:p/>
          <a:p>
            <a:r>
              <a:t>Important: AI can make mistakes. Do not enter private interviews, passwords or learners’ personal information.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your access and saved chats</a:t>
            </a:r>
          </a:p>
          <a:p/>
          <a:p>
            <a:r>
              <a:t>1. Open the account menu and choose My account &amp; saved chats.</a:t>
            </a:r>
          </a:p>
          <a:p/>
          <a:p>
            <a:r>
              <a:t>2. Read My access to check your assigned role. Open a chat from Recent or Archived.</a:t>
            </a:r>
          </a:p>
          <a:p/>
          <a:p>
            <a:r>
              <a:t>3. For your name, sessions or notifications, open Profile, sessions &amp; notifications from the menu.</a:t>
            </a:r>
          </a:p>
          <a:p/>
          <a:p>
            <a:r>
              <a:t>Expected result: You can find your own account details and earlier conversations.</a:t>
            </a:r>
          </a:p>
          <a:p/>
          <a:p>
            <a:r>
              <a:t>Important: Choosing an interest such as teacher or researcher does not give staff access.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 your profile and read notices</a:t>
            </a:r>
          </a:p>
          <a:p/>
          <a:p>
            <a:r>
              <a:t>1. Open Profile, sessions &amp; notifications from the menu.</a:t>
            </a:r>
          </a:p>
          <a:p/>
          <a:p>
            <a:r>
              <a:t>2. Change your name or interests and choose Save profile. Interests describe you; they do not grant staff duties.</a:t>
            </a:r>
          </a:p>
          <a:p/>
          <a:p>
            <a:r>
              <a:t>3. Read your notifications and use Mark read when offered. Check Device sessions if you need to end an old app sign-in.</a:t>
            </a:r>
          </a:p>
          <a:p/>
          <a:p>
            <a:r>
              <a:t>Expected result: Your profile changes are saved and notices are easy to find.</a:t>
            </a:r>
          </a:p>
          <a:p/>
          <a:p>
            <a:r>
              <a:t>Important: Sign out all devices ends your current sign-in too. Sign in again afterwards if you use it.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Verify your email address</a:t>
            </a:r>
          </a:p>
          <a:p/>
          <a:p>
            <a:r>
              <a:t>1. Open account verification and recovery from your account settings.</a:t>
            </a:r>
          </a:p>
          <a:p/>
          <a:p>
            <a:r>
              <a:t>2. Choose Verify email under Action, enter your own account email and choose Send email.</a:t>
            </a:r>
          </a:p>
          <a:p/>
          <a:p>
            <a:r>
              <a:t>3. Open the newest email link within 30 minutes and choose Confirm. Use a new link if the earlier one has expired.</a:t>
            </a:r>
          </a:p>
          <a:p/>
          <a:p>
            <a:r>
              <a:t>Expected result: The confirmation verifies the address for the intended account.</a:t>
            </a:r>
          </a:p>
          <a:p/>
          <a:p>
            <a:r>
              <a:t>Important: The screenshot shows the same form set to Reset password. Change Action to Verify email for this task.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decide to delete your account</a:t>
            </a:r>
          </a:p>
          <a:p/>
          <a:p>
            <a:r>
              <a:t>1. Read the warning first. Deletion removes your sign-in, profile, saved chats and personal progress.</a:t>
            </a:r>
          </a:p>
          <a:p/>
          <a:p>
            <a:r>
              <a:t>2. In account recovery, choose Delete account. Request the email link only if you intend to continue.</a:t>
            </a:r>
          </a:p>
          <a:p/>
          <a:p>
            <a:r>
              <a:t>3. Open the link and read the confirmation before choosing Confirm. Required cultural-source and review records can be retained.</a:t>
            </a:r>
          </a:p>
          <a:p/>
          <a:p>
            <a:r>
              <a:t>Expected result: You understand the consequences before requesting deletion.</a:t>
            </a:r>
          </a:p>
          <a:p/>
          <a:p>
            <a:r>
              <a:t>Important: This is optional, not a practice task. Active class teachers and the Master Super Admin may need to resolve their responsibilities first.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your own contribution</a:t>
            </a:r>
          </a:p>
          <a:p/>
          <a:p>
            <a:r>
              <a:t>1. Choose Contribute &amp; submissions or the Contribute button inside a collection.</a:t>
            </a:r>
          </a:p>
          <a:p/>
          <a:p>
            <a:r>
              <a:t>2. Select the collection and choose New private draft. Enter a short title and the requested details.</a:t>
            </a:r>
          </a:p>
          <a:p/>
          <a:p>
            <a:r>
              <a:t>3. Use your own material or material you have permission to share. Mark uncertain facts for review.</a:t>
            </a:r>
          </a:p>
          <a:p/>
          <a:p>
            <a:r>
              <a:t>Expected result: A contribution form contains your draft; it is not published.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pictures, audio or documents</a:t>
            </a:r>
          </a:p>
          <a:p/>
          <a:p>
            <a:r>
              <a:t>1. Find Media and transcripts. Choose a file under the matching type.</a:t>
            </a:r>
          </a:p>
          <a:p/>
          <a:p>
            <a:r>
              <a:t>2. For an oral history, confirm permission before choosing Start recording. Stop when finished.</a:t>
            </a:r>
          </a:p>
          <a:p/>
          <a:p>
            <a:r>
              <a:t>3. Check that the correct files are selected. Keep the app open while an upload is in progress.</a:t>
            </a:r>
          </a:p>
          <a:p/>
          <a:p>
            <a:r>
              <a:t>Expected result: The selected files stay with the contribution when it is saved successfully.</a:t>
            </a:r>
          </a:p>
          <a:p/>
          <a:p>
            <a:r>
              <a:t>Important: If microphone access is refused, allow it in your device settings or attach an existing recording.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permission before sharing</a:t>
            </a:r>
          </a:p>
          <a:p/>
          <a:p>
            <a:r>
              <a:t>1. Under Source and access, choose Source permission. If unsure, leave Not sure yet / ask a reviewer.</a:t>
            </a:r>
          </a:p>
          <a:p/>
          <a:p>
            <a:r>
              <a:t>2. Choose how to credit the source. Use a person’s name only when they agree.</a:t>
            </a:r>
          </a:p>
          <a:p/>
          <a:p>
            <a:r>
              <a:t>3. Keep restricted, sacred or research-only material private. Ask a reviewer before changing access.</a:t>
            </a:r>
          </a:p>
          <a:p/>
          <a:p>
            <a:r>
              <a:t>Expected result: The draft records who may use the material and how the source should be credited.</a:t>
            </a:r>
          </a:p>
          <a:p/>
          <a:p>
            <a:r>
              <a:t>Important: Permission to collect material is not automatically permission to publish it.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permission labels mean</a:t>
            </a:r>
          </a:p>
          <a:p/>
          <a:p>
            <a:r>
              <a:t>1. Source permission: has the source agreed to the proposed use? Choose Not sure yet when you do not know.</a:t>
            </a:r>
          </a:p>
          <a:p/>
          <a:p>
            <a:r>
              <a:t>2. Consent scope: what use was agreed? Public excerpt means an approved public part; research only and teaching have different limits.</a:t>
            </a:r>
          </a:p>
          <a:p/>
          <a:p>
            <a:r>
              <a:t>3. Restriction level: who may see it? Internal and restricted are not public. Sacred material needs the collection owner’s special care.</a:t>
            </a:r>
          </a:p>
          <a:p/>
          <a:p>
            <a:r>
              <a:t>Expected result: You understand the labels before you change them.</a:t>
            </a:r>
          </a:p>
          <a:p/>
          <a:p>
            <a:r>
              <a:t>Important: If the permission record is unclear, keep the item private and ask the responsible reviewer.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 the three save choices</a:t>
            </a:r>
          </a:p>
          <a:p/>
          <a:p>
            <a:r>
              <a:t>1. Save on this device keeps a local copy, including selected files. It does not submit your work.</a:t>
            </a:r>
          </a:p>
          <a:p/>
          <a:p>
            <a:r>
              <a:t>2. Save private draft saves an online draft for your account. You need a connection.</a:t>
            </a:r>
          </a:p>
          <a:p/>
          <a:p>
            <a:r>
              <a:t>3. Submit for reviewer sends the contribution for checking. Wait for confirmation before leaving.</a:t>
            </a:r>
          </a:p>
          <a:p/>
          <a:p>
            <a:r>
              <a:t>Expected result: You know whether the work is on this device, saved online, or sent for review.</a:t>
            </a:r>
          </a:p>
          <a:p/>
          <a:p>
            <a:r>
              <a:t>Important: Clearing browser or app data can remove local drafts. Save again after making changes.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a contribution reaches readers</a:t>
            </a:r>
          </a:p>
          <a:p/>
          <a:p>
            <a:r>
              <a:t>1. The uploader or contributor prepares a draft and submits it.</a:t>
            </a:r>
          </a:p>
          <a:p/>
          <a:p>
            <a:r>
              <a:t>2. A cultural reviewer checks accuracy. An editor makes requested corrections and returns the item for review.</a:t>
            </a:r>
          </a:p>
          <a:p/>
          <a:p>
            <a:r>
              <a:t>3. A publisher checks the final item and permission. Only an approved public release becomes visible to readers.</a:t>
            </a:r>
          </a:p>
          <a:p/>
          <a:p>
            <a:r>
              <a:t>Expected result: An item may return for changes. Drafts and private approvals are not public publication.</a:t>
            </a:r>
          </a:p>
          <a:p/>
          <a:p>
            <a:r>
              <a:t>Important: Different people should perform the independent checks. Do not approve your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what happened to your submission</a:t>
            </a:r>
          </a:p>
          <a:p/>
          <a:p>
            <a:r>
              <a:t>1. Open Contribute &amp; submissions, then find My online submissions.</a:t>
            </a:r>
          </a:p>
          <a:p/>
          <a:p>
            <a:r>
              <a:t>2. Read the status. If asked to make changes, choose Edit draft or requested revision.</a:t>
            </a:r>
          </a:p>
          <a:p/>
          <a:p>
            <a:r>
              <a:t>3. Read the reviewer’s request, make the correction, and submit again when ready.</a:t>
            </a:r>
          </a:p>
          <a:p/>
          <a:p>
            <a:r>
              <a:t>Expected result: You can tell the difference between a draft, an item under review and published material.</a:t>
            </a:r>
          </a:p>
          <a:p/>
          <a:p>
            <a:r>
              <a:t>Important: If an item is locked for review, ask the reviewer to return it rather than creating a duplicate.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Protect your account and other people</a:t>
            </a:r>
          </a:p>
          <a:p/>
          <a:p>
            <a:r>
              <a:t>1. Use your own account. Sign out on a shared computer or phone.</a:t>
            </a:r>
          </a:p>
          <a:p/>
          <a:p>
            <a:r>
              <a:t>2. Do not copy private interviews, class results or account lists into public chats or messages.</a:t>
            </a:r>
          </a:p>
          <a:p/>
          <a:p>
            <a:r>
              <a:t>3. If a screen shows information you should not see, stop and tell the account administrator.</a:t>
            </a:r>
          </a:p>
          <a:p/>
          <a:p>
            <a:r>
              <a:t>Expected result: Your work remains linked to the right person and private information stays protected.</a:t>
            </a:r>
          </a:p>
          <a:p/>
          <a:p>
            <a:r>
              <a:t>Important: Send support the screen name and error message, never your password or a reset link.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something does not work</a:t>
            </a:r>
          </a:p>
          <a:p/>
          <a:p>
            <a:r>
              <a:t>1. Check your internet connection. Read the message on screen before trying again.</a:t>
            </a:r>
          </a:p>
          <a:p/>
          <a:p>
            <a:r>
              <a:t>2. If your sign-in has expired, sign in again. If a button is missing, ask which role and language you have.</a:t>
            </a:r>
          </a:p>
          <a:p/>
          <a:p>
            <a:r>
              <a:t>3. If it still fails, note the time, screen, button and exact message. Send these to your account administrator.</a:t>
            </a:r>
          </a:p>
          <a:p/>
          <a:p>
            <a:r>
              <a:t>Expected result: You can explain the problem clearly without exposing private information.</a:t>
            </a:r>
          </a:p>
          <a:p/>
          <a:p>
            <a:r>
              <a:t>Important: Before repeating an upload or submission, check whether the first attempt was already saved.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yourself: your readiness check</a:t>
            </a:r>
          </a:p>
          <a:p/>
          <a:p>
            <a:r>
              <a:t>1. Find one collection and change its content filter.</a:t>
            </a:r>
          </a:p>
          <a:p/>
          <a:p>
            <a:r>
              <a:t>2. Open a lesson or ask a simple AI question, then check any source.</a:t>
            </a:r>
          </a:p>
          <a:p/>
          <a:p>
            <a:r>
              <a:t>3. Prepare a private practice draft and identify the option that sends it for review.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Relationship Id="rId4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4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Relationship Id="rId4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Relationship Id="rId4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Relationship Id="rId4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Relationship Id="rId4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Relationship Id="rId4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Relationship Id="rId4" Type="http://schemas.openxmlformats.org/officeDocument/2006/relationships/slide" Target="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Relationship Id="rId4" Type="http://schemas.openxmlformats.org/officeDocument/2006/relationships/slide" Target="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Relationship Id="rId4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Relationship Id="rId4" Type="http://schemas.openxmlformats.org/officeDocument/2006/relationships/slide" Target="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Relationship Id="rId4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7.xml"/><Relationship Id="rId4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Relationship Id="rId4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Relationship Id="rId4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0.xml"/><Relationship Id="rId4" Type="http://schemas.openxmlformats.org/officeDocument/2006/relationships/slide" Target="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1.xml"/><Relationship Id="rId4" Type="http://schemas.openxmlformats.org/officeDocument/2006/relationships/slide" Target="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2.xml"/><Relationship Id="rId4" Type="http://schemas.openxmlformats.org/officeDocument/2006/relationships/slide" Target="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3.xml"/><Relationship Id="rId4" Type="http://schemas.openxmlformats.org/officeDocument/2006/relationships/slide" Target="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4.xml"/><Relationship Id="rId4" Type="http://schemas.openxmlformats.org/officeDocument/2006/relationships/slide" Target="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slide" Target="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6.xml"/><Relationship Id="rId4" Type="http://schemas.openxmlformats.org/officeDocument/2006/relationships/slide" Target="slide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7.xml"/><Relationship Id="rId4" Type="http://schemas.openxmlformats.org/officeDocument/2006/relationships/slide" Target="slide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8.xml"/><Relationship Id="rId4" Type="http://schemas.openxmlformats.org/officeDocument/2006/relationships/slide" Target="slide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3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o Heritage interface screenshot with labelled practice details: luo-heritage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5715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09800" y="774700"/>
            <a:ext cx="87630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Aft>
                <a:spcPts val="0"/>
              </a:spcAft>
              <a:defRPr sz="1300" b="1">
                <a:solidFill>
                  <a:srgbClr val="E5AE42"/>
                </a:solidFill>
                <a:latin typeface="Arial"/>
              </a:defRPr>
            </a:pPr>
            <a:r>
              <a:t>LUO HERITAGE / SELF-STUDY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9800" y="1130300"/>
            <a:ext cx="87630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LANGUAGE • CULTURE • LIVING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2247900"/>
            <a:ext cx="10541000" cy="702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30"/>
              </a:lnSpc>
              <a:spcAft>
                <a:spcPts val="0"/>
              </a:spcAft>
              <a:defRPr sz="4300" b="0">
                <a:solidFill>
                  <a:srgbClr val="FFFAF0"/>
                </a:solidFill>
                <a:latin typeface="Georgia"/>
              </a:defRPr>
            </a:pPr>
            <a:r>
              <a:t>Community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77337"/>
            <a:ext cx="10096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  <a:defRPr sz="2100" b="0">
                <a:solidFill>
                  <a:srgbClr val="F3E6CE"/>
                </a:solidFill>
                <a:latin typeface="Arial"/>
              </a:defRPr>
            </a:pPr>
            <a:r>
              <a:t>Read, learn, contribute and manage your account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600" y="4546600"/>
            <a:ext cx="10668000" cy="1193800"/>
          </a:xfrm>
          <a:prstGeom prst="roundRect">
            <a:avLst>
              <a:gd name="adj" fmla="val 8000"/>
            </a:avLst>
          </a:prstGeom>
          <a:solidFill>
            <a:srgbClr val="6D4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4762500"/>
            <a:ext cx="10096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1900" b="0">
                <a:solidFill>
                  <a:srgbClr val="FFF7E8"/>
                </a:solidFill>
                <a:latin typeface="Arial"/>
              </a:defRPr>
            </a:pPr>
            <a:r>
              <a:t>You will be able to find cultural material, ask questions and submit your own contribution.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59500"/>
            <a:ext cx="69850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E5AE42"/>
                </a:solidFill>
                <a:latin typeface="Arial"/>
              </a:defRPr>
            </a:pPr>
            <a:r>
              <a:t>READ • TRY •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6172200"/>
            <a:ext cx="36195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25 October 2026 | Edition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Start here: learn at your own 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a slide, try its action, then check the result. Tap means click. Gold circles mark important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controls in the screenshots.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1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43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400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your own account. Your organisation supplies the correct website address and any staff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02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327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289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Screenshots show the current interface with practice details. Actual names, content and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menus may differ.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the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 it yourself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the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will be able to find cultural material, ask questions and submit your own contribution.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1816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your menu looks different, first check My access. Do not ask someone to lend you their account.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this guide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Create and recover an account; understand the menu.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collections, save items, learn and ask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Prepare a private contribution and send it for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Use the slide numbers to return to a task. The PDF has page bookmarks; PowerPoint has a contents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18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Sign in to your own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Luo Heritage address supplied by your organisation.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Sign in or Log 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email and password, then choose Log in. Check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spelling if it fails.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Community members may also use Google. Staff should use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supplied by their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account or dashboard opens.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Never share your password. Use only an address you trust.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Forgot your password?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 the sign-in screen, choose Forgotten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password? Select Reset 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account email. Choose Send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email, then check your inbox and spam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newest reset link within 30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minutes. A link can be used only once.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account email arrives if the address is eligible and the email service is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no email arrives, contact the person who manages your account. Do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not keep requesting links.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Choose a new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4-reset-confi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337" y="1473200"/>
            <a:ext cx="5366925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password reset link from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a new password of at least 12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characters. A short phrase with several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words is easier to remember.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Confirm. Return to sign in and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new password on each device.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password changes and old sign-ins are ended.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forward the reset link. If it has expired, request a new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Create a community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2-regist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077" y="1460500"/>
            <a:ext cx="3358444" cy="4317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Create new account from the sign-in screen. Enter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name, email and date of birth.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your language and interests. Read and accept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Terms and Privacy Policy.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Set your password and submit. If approval is required, wait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confirmation before signing 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account is created or clearly marked as awaiting approval.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You can choose Google registration if offered, then complete any requested profile information.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Find your way around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7-public-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7777" y="1460500"/>
            <a:ext cx="2063044" cy="4317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menu on the left. On a phone, use the menu button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first.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a collection such as Muma, Ngero or stories.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smaller label explains its content.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the same menu for lessons, courses, saved items,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contributions and your account.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return to a collection or personal screen without starting again.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Use the library on a phone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5-mobile-libr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657" y="1460500"/>
            <a:ext cx="1995284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 collection, such as Muma (Dictionary), from the menu.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0828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the picture, headphones, video or page icon to choose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type of content. The four-square icon shows all types.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82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2908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28702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the list or grid button to change the view. Scroll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entries below the controls.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collection shows entries matching your chosen filter.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6703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An empty result can mean there are no published entries of that type. Try All.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Find a word in the public dictionary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53-dictionary-sear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 the public website, open the dictionary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page and find its search 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a Dholuo word or an English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Kiswahili meaning. Wait for the results,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then read the relevant entry.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there is no result, check spelling or try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another word. A missing published entry is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proof that the word does not exist.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use the dictionary search where it is offered.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The shared app’s Muma screen uses collection filters; it may not show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this website search box.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Read, listen and change the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6-desktop-libr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80181"/>
            <a:ext cx="6096000" cy="392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an entry or choose the grid button,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then select its card.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See description or See this in English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offered. Audio and video use their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 play controls.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All if a filter shows no results. Save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item is available in signed-in views that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offer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read the entry and use the media that has actually been published.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An unavailable English description does not mean the original entry is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missing.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Return to saved words and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7-saved-item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Sign in and choose Save item on an entry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or lesson where that button is available.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Saved words &amp; items from the menu.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Open collection to return to its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Remove saved item when you no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longer need the bookmark.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saved list helps you find material again on the same account.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Saving a bookmark does not download a file for offline use.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Open a lesson and keep your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7-lesson-pract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Lessons, games &amp; calendar. Open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 published lesson.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lesson and answer its questions.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Finish &amp; save progress.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result and feedback. Sign in with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same account on another device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your learning together.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see a saved result or a message saying the attempt is waiting to go online.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score helps you learn; it does not replace a teacher’s review.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Prepare to study without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7-lesson-pract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While connected, open a lesson that allows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downloads. Choose Download text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offline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using the same browser or app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profile. Downloaded text can be read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without internet for up to seven 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Reconnect and choose Refresh &amp; sync.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the app open until waiting attempts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have been saved online.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Permitted lesson text is available offline and saved attempts can synchronize later.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These downloads contain text, not the audio or video files. Some lessons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cannot be downloaded.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Ask the AI chatbot a clear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4-ch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14" y="1473200"/>
            <a:ext cx="5747571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Chat or Chatbot. Choose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answer language and read the processing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 notice.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 agree, allow AI processing. Ask one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clear question and wait for the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any sources provided. Ask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follow-up question if you need a simpler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explanation.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read an answer and inspect any linked sources.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AI can make mistakes. Do not enter private interviews, passwords 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learners’ personal information.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Find your access and saved chats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account menu and choose My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&amp; saved chats.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My access to check your assigned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role. Open a chat from Recent or Archived.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your name, sessions or notifications,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Profile, sessions &amp; notifications from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menu.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find your own account details and earlier conversations.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Choosing an interest such as teacher or researcher does not give staff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access.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Update your profile and read notices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0-account-setting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Profile, sessions &amp; notifications from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menu.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Change your name or interests and choose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profile. Interests describe you; they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grant staff duties.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your notifications and use Mark read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offered. Check Device sessions if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 need to end an old app sign-in.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profile changes are saved and notices are easy to find.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Sign out all devices ends your current sign-in too. Sign in again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afterwards if you use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Verify your email address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account verification and recovery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from your account settings.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Verify email under Action, enter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your own account email and choose Send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newest email link within 30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minutes and choose Confirm. Use a new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link if the earlier one has expired.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confirmation verifies the address for the intended account.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The screenshot shows the same form set to Reset password. Change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Action to Verify email for this task.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If you decide to delete your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warning first. Deletion removes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your sign-in, profile, saved chats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personal progress.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 account recovery, choose Delete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account. Request the email link only if you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intend to continue.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link and read the confirmation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choosing Confirm. Required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cultural-source and review records can be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retained.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understand the consequences before requesting deletion.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0546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This is optional, not a practice task. Active class teachers and the Master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Super Admin may need to resolve their responsibilities first.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Start your own contribution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8-contribution-ti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476859"/>
            <a:ext cx="6096000" cy="41328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Contribute &amp; submissions or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Contribute button inside a collection.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Select the collection and choose New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private draft. Enter a short title and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requested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material or material you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have permission to share. Mark uncertain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facts for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 contribution form contains your draft; it is not published.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Add pictures, audio or documents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9-attach-fi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Find Media and transcripts. Choose a file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under the matching 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an oral history, confirm permission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choosing Start recording. Stop when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finished.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that the correct files are selected.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the app open while an upload is 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progress.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selected files stay with the contribution when it is saved successfully.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microphone access is refused, allow it in your device settings or attach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an existing recording.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permission before sharing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Under Source and access, choose Source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permission. If unsure, leave Not sure yet /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a reviewer.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how to credit the source. Use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person’s name only when they agree.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restricted, sacred or research-only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private. Ask a reviewer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changing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draft records who may use the material and how the source should be credited.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Permission to collect material is not automatically permission to publish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the permission labels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 permission: has the source agreed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the proposed use? Choose Not sure yet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you do not know.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Consent scope: what use was agreed?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excerpt means an approved public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part; research only and teaching have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different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51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40005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9624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Restriction level: who may see it? Internal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restricted are not public. Sacred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needs the collection owner’s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special care.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understand the labels before you change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3467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the permission record is unclear, keep the item private and ask the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responsible reviewer.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Understand the three save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1-save-subm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on this device keeps a local copy,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including selected files. It does not submit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your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private draft saves an online draft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your account. You need a connection.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Submit for reviewer sends the contribution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checking. Wait for confirmation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leaving.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know whether the work is on this device, saved online, or sent for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Clearing browser or app data can remove local drafts. Save again after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making changes.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How a contribution reaches readers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The uploader or contributor prepares a draft and submits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cultural reviewer checks accuracy. An editor makes requested corrections and returns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item for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publisher checks the final item and permission. Only an approved public release becomes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visible to readers.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Prepare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88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09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33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Cultural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09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0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54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Publisher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51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75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Public release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item may return for changes. Drafts and private approvals are not public publication.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Different people should perform the independent checks. Do not approve your own work.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30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what happened to your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1-save-subm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Contribute &amp; submissions, then find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My online submissions.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status. If asked to make changes,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Edit draft or requested revision.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reviewer’s request, make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correction, and submit again when ready.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tell the difference between a draft, an item under review and published material.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an item is locked for review, ask the reviewer to return it rather than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creating a duplicate.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Protect your account and other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account. Sign out on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shared computer or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copy private interviews,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results or account lists into public chats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screen shows information you should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see, stop and tell the account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work remains linked to the right person and private information stays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Send support the screen name and error message, never your password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or a reset link.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When something does not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your internet connection. Read the message on screen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trying 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your sign-in has expired, sign in again. If a button is missing,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which role and language you have.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it still fails, note the time, screen, button and exact message.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Send these to your account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explain the problem clearly without exposing private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Before repeating an upload or submission, check whether the first attempt was already saved.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Try it yourself: your readiness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Find one collection and change its content filter.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Open a lesson or ask a simple AI question, then check any source.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Prepare a private practice draft and identify the option that sends it for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Luo Heritage — Community members</dc:title>
  <dc:subject>Self-study training slides</dc:subject>
  <dc:creator>Luo Heritage</dc:creator>
  <cp:keywords>self-study, role guide, illustrated, training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