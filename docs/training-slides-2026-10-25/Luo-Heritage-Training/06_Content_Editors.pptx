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here: learn at your own pace</a:t>
            </a:r>
          </a:p>
          <a:p/>
          <a:p>
            <a:r>
              <a:t>1. Read a slide, try its action, then check the result. Tap means click. Gold circles mark important controls in the screenshots.</a:t>
            </a:r>
          </a:p>
          <a:p/>
          <a:p>
            <a:r>
              <a:t>2. Use your own account. Your organisation supplies the correct website address and any staff access.</a:t>
            </a:r>
          </a:p>
          <a:p/>
          <a:p>
            <a:r>
              <a:t>3. Screenshots show the current interface with practice details. Actual names, content and menus may differ.</a:t>
            </a:r>
          </a:p>
          <a:p/>
          <a:p>
            <a:r>
              <a:t>Expected result: You will be able to correct content without bypassing the review process.</a:t>
            </a:r>
          </a:p>
          <a:p/>
          <a:p>
            <a:r>
              <a:t>Important: If your menu looks different, first check My access. Do not ask someone to lend you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guide covers</a:t>
            </a:r>
          </a:p>
          <a:p/>
          <a:p>
            <a:r>
              <a:t>1. Find returned items in Editor Queue.</a:t>
            </a:r>
          </a:p>
          <a:p/>
          <a:p>
            <a:r>
              <a:t>2. Correct text, translations and files while protecting the source.</a:t>
            </a:r>
          </a:p>
          <a:p/>
          <a:p>
            <a:r>
              <a:t>3. Save the changed version and return it for cultural review.</a:t>
            </a:r>
          </a:p>
          <a:p/>
          <a:p>
            <a:r>
              <a:t>Expected result: Use the slide numbers to return to a task. The PDF has page bookmarks; PowerPoint has a contents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contribution reaches readers</a:t>
            </a:r>
          </a:p>
          <a:p/>
          <a:p>
            <a:r>
              <a:t>1. The uploader or contributor prepares a draft and submits it.</a:t>
            </a:r>
          </a:p>
          <a:p/>
          <a:p>
            <a:r>
              <a:t>2. A cultural reviewer checks accuracy. An editor makes requested corrections and returns the item for review.</a:t>
            </a:r>
          </a:p>
          <a:p/>
          <a:p>
            <a:r>
              <a:t>3. A publisher checks the final item and permission. Only an approved public release becomes visible to readers.</a:t>
            </a:r>
          </a:p>
          <a:p/>
          <a:p>
            <a:r>
              <a:t>Expected result: An item may return for changes. Drafts and private approvals are not public publication.</a:t>
            </a:r>
          </a:p>
          <a:p/>
          <a:p>
            <a:r>
              <a:t>Important: Different people should perform the independent checks. Do not approve your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Correct an item returned by a reviewer</a:t>
            </a:r>
          </a:p>
          <a:p/>
          <a:p>
            <a:r>
              <a:t>1. Open Editor Queue. Find the item and choose Edit details.</a:t>
            </a:r>
          </a:p>
          <a:p/>
          <a:p>
            <a:r>
              <a:t>2. Read the requested changes. Correct the text or files, then save your changes.</a:t>
            </a:r>
          </a:p>
          <a:p/>
          <a:p>
            <a:r>
              <a:t>3. Return to the queue and choose Send to cultural review. The reviewer must check the corrected version.</a:t>
            </a:r>
          </a:p>
          <a:p/>
          <a:p>
            <a:r>
              <a:t>Expected result: The corrected item returns to cultural review.</a:t>
            </a:r>
          </a:p>
          <a:p/>
          <a:p>
            <a:r>
              <a:t>Important: Saving an edit does not publish it. Keep the source’s meaning and credit.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Make a careful edit</a:t>
            </a:r>
          </a:p>
          <a:p/>
          <a:p>
            <a:r>
              <a:t>1. Read the reviewer’s request before changing the draft. Keep the original meaning.</a:t>
            </a:r>
          </a:p>
          <a:p/>
          <a:p>
            <a:r>
              <a:t>2. Correct spelling, formatting, descriptions and the requested collection details. Do not invent missing translations.</a:t>
            </a:r>
          </a:p>
          <a:p/>
          <a:p>
            <a:r>
              <a:t>3. Save changes, reopen the item and check that the corrected version is shown.</a:t>
            </a:r>
          </a:p>
          <a:p/>
          <a:p>
            <a:r>
              <a:t>Expected result: The saved draft reflects the requested correction.</a:t>
            </a:r>
          </a:p>
          <a:p/>
          <a:p>
            <a:r>
              <a:t>Important: For a disputed meaning, ask a cultural reviewer rather than silently replacing 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 pictures, audio or documents</a:t>
            </a:r>
          </a:p>
          <a:p/>
          <a:p>
            <a:r>
              <a:t>1. Find Media and transcripts. Choose a file under the matching type.</a:t>
            </a:r>
          </a:p>
          <a:p/>
          <a:p>
            <a:r>
              <a:t>2. For an oral history, confirm permission before choosing Start recording. Stop when finished.</a:t>
            </a:r>
          </a:p>
          <a:p/>
          <a:p>
            <a:r>
              <a:t>3. Check that the correct files are selected. Keep the app open while an upload is in progress.</a:t>
            </a:r>
          </a:p>
          <a:p/>
          <a:p>
            <a:r>
              <a:t>Expected result: The selected files stay with the contribution when it is saved successfully.</a:t>
            </a:r>
          </a:p>
          <a:p/>
          <a:p>
            <a:r>
              <a:t>Important: If microphone access is refused, allow it in your device settings or attach an existing recording.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permission before sharing</a:t>
            </a:r>
          </a:p>
          <a:p/>
          <a:p>
            <a:r>
              <a:t>1. Under Source and access, choose Source permission. If unsure, leave Not sure yet / ask a reviewer.</a:t>
            </a:r>
          </a:p>
          <a:p/>
          <a:p>
            <a:r>
              <a:t>2. Choose how to credit the source. Use a person’s name only when they agree.</a:t>
            </a:r>
          </a:p>
          <a:p/>
          <a:p>
            <a:r>
              <a:t>3. Keep restricted, sacred or research-only material private. Ask a reviewer before changing access.</a:t>
            </a:r>
          </a:p>
          <a:p/>
          <a:p>
            <a:r>
              <a:t>Expected result: The draft records who may use the material and how the source should be credited.</a:t>
            </a:r>
          </a:p>
          <a:p/>
          <a:p>
            <a:r>
              <a:t>Important: Permission to collect material is not automatically permission to publish it.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the permission labels mean</a:t>
            </a:r>
          </a:p>
          <a:p/>
          <a:p>
            <a:r>
              <a:t>1. Source permission: has the source agreed to the proposed use? Choose Not sure yet when you do not know.</a:t>
            </a:r>
          </a:p>
          <a:p/>
          <a:p>
            <a:r>
              <a:t>2. Consent scope: what use was agreed? Public excerpt means an approved public part; research only and teaching have different limits.</a:t>
            </a:r>
          </a:p>
          <a:p/>
          <a:p>
            <a:r>
              <a:t>3. Restriction level: who may see it? Internal and restricted are not public. Sacred material needs the collection owner’s special care.</a:t>
            </a:r>
          </a:p>
          <a:p/>
          <a:p>
            <a:r>
              <a:t>Expected result: You understand the labels before you change them.</a:t>
            </a:r>
          </a:p>
          <a:p/>
          <a:p>
            <a:r>
              <a:t>Important: If the permission record is unclear, keep the item private and ask the responsible reviewer.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 the item to the reviewer</a:t>
            </a:r>
          </a:p>
          <a:p/>
          <a:p>
            <a:r>
              <a:t>1. Go back to Editor Queue after saving your changes.</a:t>
            </a:r>
          </a:p>
          <a:p/>
          <a:p>
            <a:r>
              <a:t>2. Choose Send to cultural review beside the intended item.</a:t>
            </a:r>
          </a:p>
          <a:p/>
          <a:p>
            <a:r>
              <a:t>3. Read the success message. The item should leave the editable queue when the handover succeeds.</a:t>
            </a:r>
          </a:p>
          <a:p/>
          <a:p>
            <a:r>
              <a:t>Expected result: The current corrected version is ready for cultural review.</a:t>
            </a:r>
          </a:p>
          <a:p/>
          <a:p>
            <a:r>
              <a:t>Important: If the item has already moved, refresh instead of sending a stale copy.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 a lesson or game draft</a:t>
            </a:r>
          </a:p>
          <a:p/>
          <a:p>
            <a:r>
              <a:t>1. Open Lessons, games &amp; calendar and use Content workspace when offered.</a:t>
            </a:r>
          </a:p>
          <a:p/>
          <a:p>
            <a:r>
              <a:t>2. Choose Create content. Write the title, content, level and audience; add checked questions and answers.</a:t>
            </a:r>
          </a:p>
          <a:p/>
          <a:p>
            <a:r>
              <a:t>3. Save the private draft and submit for independent review. Do not approve your own resource.</a:t>
            </a:r>
          </a:p>
          <a:p/>
          <a:p>
            <a:r>
              <a:t>Expected result: The resource is a draft or submitted item, not automatically public.</a:t>
            </a:r>
          </a:p>
          <a:p/>
          <a:p>
            <a:r>
              <a:t>Important: A written question game is different from a live multiplayer game.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 a course from approved lessons</a:t>
            </a:r>
          </a:p>
          <a:p/>
          <a:p>
            <a:r>
              <a:t>1. Open Learning pathways &amp; courses and enable Course staff workspace.</a:t>
            </a:r>
          </a:p>
          <a:p/>
          <a:p>
            <a:r>
              <a:t>2. Choose Create course. Use published lessons from the same language, place them in order and set required scores.</a:t>
            </a:r>
          </a:p>
          <a:p/>
          <a:p>
            <a:r>
              <a:t>3. Save course draft, open it and submit it for independent course review.</a:t>
            </a:r>
          </a:p>
          <a:p/>
          <a:p>
            <a:r>
              <a:t>Expected result: The course draft links the intended approved lessons.</a:t>
            </a:r>
          </a:p>
          <a:p/>
          <a:p>
            <a:r>
              <a:t>Important: Changing a published course requires another review before publication.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Avoid duplicate or unfinished corrections</a:t>
            </a:r>
          </a:p>
          <a:p/>
          <a:p>
            <a:r>
              <a:t>1. If saving fails, keep the draft open and check the connection.</a:t>
            </a:r>
          </a:p>
          <a:p/>
          <a:p>
            <a:r>
              <a:t>2. Reopen or refresh only after preserving unsaved text in a trusted place. Check the current item version.</a:t>
            </a:r>
          </a:p>
          <a:p/>
          <a:p>
            <a:r>
              <a:t>3. If another person has already changed the item, read their changes before trying again.</a:t>
            </a:r>
          </a:p>
          <a:p/>
          <a:p>
            <a:r>
              <a:t>Expected result: You update the intended current version and avoid overwriting another person’s work.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yourself: your readiness check</a:t>
            </a:r>
          </a:p>
          <a:p/>
          <a:p>
            <a:r>
              <a:t>1. Find a practice correction and identify the requested change.</a:t>
            </a:r>
          </a:p>
          <a:p/>
          <a:p>
            <a:r>
              <a:t>2. Save a corrected draft and locate Send to cultural review.</a:t>
            </a:r>
          </a:p>
          <a:p/>
          <a:p>
            <a:r>
              <a:t>3. Explain why editing, cultural review and publication are separate actions.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Relationship Id="rId4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Relationship Id="rId4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702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Content editors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77337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Make clear corrections and return work for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381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You will be able to correct content without bypassing the review process.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here: learn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a slide, try its action, then check the result. Tap means click. Gold circles mark important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controls in the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your own account. Your organisation supplies the correct website address and any staff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show the current interface with practice details. Actual names, content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menus may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will be able to correct content without bypassing the review process.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your menu looks different, first check My access. Do not ask someone to lend you their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this guide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returned items in Editor Queue.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Correct text, translations and files while protecting the source.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Save the changed version and return it for cultural review.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slide numbers to return to a task. The PDF has page bookmarks; PowerPoint has a contents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How a contribution reaches readers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The uploader or contributor prepares a draft and submits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cultural reviewer checks accuracy. An editor makes requested corrections and returns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item for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publisher checks the final item and permission. Only an approved public release becomes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visible to readers.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Prepare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88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9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Cultural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9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54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Publisher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51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5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Public release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item may return for changes. Drafts and private approvals are not public publication.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Different people should perform the independent checks. Do not approve your own 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30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Correct an item returned by a reviewer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4-editor-que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Editor Queue. Find the item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Edit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requested changes. Correct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text or files, then save your changes.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Return to the queue and choose Send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cultural review. The reviewer must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corrected version.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corrected item returns to cultural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Saving an edit does not publish it. Keep the source’s meaning and credit.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Make a careful edit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8-contribution-tit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476859"/>
            <a:ext cx="6096000" cy="41328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reviewer’s request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the draft. Keep the original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meaning.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Correct spelling, formatting, descriptions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the requested collection details. Do not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invent missing translations.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changes, reopen the item and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that the corrected version is shown.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saved draft reflects the requested correction.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For a disputed meaning, ask a cultural reviewer rather than silently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replacing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Add pictures, audio or documents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9-attach-fi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Find Media and transcripts. Choose a file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under the matching type.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an oral history, confirm permission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choosing Start recording. Stop when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finished.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that the correct files are selected.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the app open while an upload is 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progress.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selected files stay with the contribution when it is saved successfully.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microphone access is refused, allow it in your device settings or attach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an existing recording.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permission before sharing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Under Source and access, choose Source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permission. If unsure, leave Not sure yet /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a reviewer.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how to credit the source. Use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person’s name only when they agree.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Keep restricted, sacred or research-only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private. Ask a reviewer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draft records who may use the material and how the source should be credited.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Permission to collect material is not automatically permission to publish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the permission labels mean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0-source-permiss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606011"/>
            <a:ext cx="6096000" cy="3874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Source permission: has the source agreed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the proposed use? Choose Not sure yet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 you do not know.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Consent scope: what use was agreed?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Public excerpt means an approved public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part; research only and teaching have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limits.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51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40005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9624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Restriction level: who may see it? Internal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and restricted are not public. Sacred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material needs the collection owner’s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special care.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understand the labels before you change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53467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permission record is unclear, keep the item private and ask the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responsible reviewer.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Return the item to the reviewer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4-editor-que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Go back to Editor Queue after saving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Send to cultural review beside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intended item.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the success message. The item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should leave the editable queue when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handover succeeds.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current corrected version is ready for cultural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the item has already moved, refresh instead of sending a stale copy.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Prepare a lesson or game draft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44-lesson-edit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Lessons, games &amp; calendar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Content workspace when offered.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Create content. Write the title,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content, level and audience; add checked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questions and answers.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the private draft and submit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independent review. Do not approve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resource.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resource is a draft or submitted item, not automatically public.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 written question game is different from a live multiplayer game.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Build a course from approved lessons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8-cours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80181"/>
            <a:ext cx="6096000" cy="39262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Learning pathways &amp; courses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enable Course staff workspace.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Create course. Use published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lessons from the same language, place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them in order and set required scores.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course draft, open it and submit it for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independent course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course draft links the intended approved lessons.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Changing a published course requires another review before publication.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Avoid duplicate or unfinished corrections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4-editor-queu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864316"/>
            <a:ext cx="6096000" cy="33579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saving fails, keep the draft open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connection.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Reopen or refresh only after preserving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unsaved text in a trusted place. Check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current item version.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another person has already changed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item, read their changes before trying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update the intended current version and avoid overwriting another person’s work.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CONTENT EDITORS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Try it yourself: your readiness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a practice correction and identify the requested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Save a corrected draft and locate Send to cultural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why editing, cultural review and publication are separate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CONTENT EDITORS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Content editors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