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run a class and help students find their work and feedback.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Get teaching access and create or open a class.</a:t>
            </a:r>
          </a:p>
          <a:p/>
          <a:p>
            <a:r>
              <a:t>2. Invite learners, set assignments and review submissions.</a:t>
            </a:r>
          </a:p>
          <a:p/>
          <a:p>
            <a:r>
              <a:t>3. Keep class results private and close a class responsibly.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that you have teaching access</a:t>
            </a:r>
          </a:p>
          <a:p/>
          <a:p>
            <a:r>
              <a:t>1. Sign in with your own account. Open Teaching &amp; my classes.</a:t>
            </a:r>
          </a:p>
          <a:p/>
          <a:p>
            <a:r>
              <a:t>2. Look for Create class or an existing class where your role is teacher.</a:t>
            </a:r>
          </a:p>
          <a:p/>
          <a:p>
            <a:r>
              <a:t>3. If these are missing, ask the language administrator to assign teaching access. Selecting teacher as an interest does not grant it.</a:t>
            </a:r>
          </a:p>
          <a:p/>
          <a:p>
            <a:r>
              <a:t>Expected result: You know whether you can teach a class or are viewing as a learner.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teaching class</a:t>
            </a:r>
          </a:p>
          <a:p/>
          <a:p>
            <a:r>
              <a:t>1. Open My classes and choose Create class.</a:t>
            </a:r>
          </a:p>
          <a:p/>
          <a:p>
            <a:r>
              <a:t>2. Enter the class title and requested details. Select a published course if the class needs one.</a:t>
            </a:r>
          </a:p>
          <a:p/>
          <a:p>
            <a:r>
              <a:t>3. Choose Save teaching class. Keep the new class join code private until you invite learners.</a:t>
            </a:r>
          </a:p>
          <a:p/>
          <a:p>
            <a:r>
              <a:t>Expected result: The class opens and you can see its invitation controls.</a:t>
            </a:r>
          </a:p>
          <a:p/>
          <a:p>
            <a:r>
              <a:t>Important: Teaching a class does not automatically let you publish cultural content or courses.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your learners safely</a:t>
            </a:r>
          </a:p>
          <a:p/>
          <a:p>
            <a:r>
              <a:t>1. Open the class and find Class invitations. Share its current join code with the intended learners.</a:t>
            </a:r>
          </a:p>
          <a:p/>
          <a:p>
            <a:r>
              <a:t>2. Ask learners to sign in and use Join a class. Check the member list afterwards.</a:t>
            </a:r>
          </a:p>
          <a:p/>
          <a:p>
            <a:r>
              <a:t>3. If a code is shared too widely, choose Replace class join code or Disable class join code.</a:t>
            </a:r>
          </a:p>
          <a:p/>
          <a:p>
            <a:r>
              <a:t>Expected result: The correct learners are listed in the class.</a:t>
            </a:r>
          </a:p>
          <a:p/>
          <a:p>
            <a:r>
              <a:t>Important: Codes expire after seven days. A replacement invalidates the previous code.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a useful assignment</a:t>
            </a:r>
          </a:p>
          <a:p/>
          <a:p>
            <a:r>
              <a:t>1. Open the class and choose Create assignment.</a:t>
            </a:r>
          </a:p>
          <a:p/>
          <a:p>
            <a:r>
              <a:t>2. Choose an available published lesson. Write a clear title, instructions and due date.</a:t>
            </a:r>
          </a:p>
          <a:p/>
          <a:p>
            <a:r>
              <a:t>3. Choose Save class assignment. Open it again to check exactly what learners will see.</a:t>
            </a:r>
          </a:p>
          <a:p/>
          <a:p>
            <a:r>
              <a:t>Expected result: The assignment is listed for members of this class.</a:t>
            </a:r>
          </a:p>
          <a:p/>
          <a:p>
            <a:r>
              <a:t>Important: Use a lesson in the correct language. If a lesson is withdrawn, choose an approved replacement.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a learner’s submission</a:t>
            </a:r>
          </a:p>
          <a:p/>
          <a:p>
            <a:r>
              <a:t>1. Open the class assignment and choose the learner’s submission.</a:t>
            </a:r>
          </a:p>
          <a:p/>
          <a:p>
            <a:r>
              <a:t>2. Read their work, enter the score and write feedback that explains one clear next step.</a:t>
            </a:r>
          </a:p>
          <a:p/>
          <a:p>
            <a:r>
              <a:t>3. Choose Save teacher grade and feedback. Ask for another submission when correction is needed.</a:t>
            </a:r>
          </a:p>
          <a:p/>
          <a:p>
            <a:r>
              <a:t>Expected result: The learner can refresh the assignment to see the saved grade and feedback.</a:t>
            </a:r>
          </a:p>
          <a:p/>
          <a:p>
            <a:r>
              <a:t>Important: Check the learner’s name before saving. Do not discuss individual results in public chats.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the class gradebook</a:t>
            </a:r>
          </a:p>
          <a:p/>
          <a:p>
            <a:r>
              <a:t>1. Open the class and choose View gradebook.</a:t>
            </a:r>
          </a:p>
          <a:p/>
          <a:p>
            <a:r>
              <a:t>2. Read the assignment columns and learner rows. A teacher’s grade takes priority over a synchronized lesson score.</a:t>
            </a:r>
          </a:p>
          <a:p/>
          <a:p>
            <a:r>
              <a:t>3. Use Export gradebook CSV only if you are allowed to keep a spreadsheet copy. Store it privately.</a:t>
            </a:r>
          </a:p>
          <a:p/>
          <a:p>
            <a:r>
              <a:t>Expected result: You can identify submitted, ungraded and completed work.</a:t>
            </a:r>
          </a:p>
          <a:p/>
          <a:p>
            <a:r>
              <a:t>Important: A downloaded gradebook contains personal information. Do not share it as a public attachment.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 changes without losing work</a:t>
            </a:r>
          </a:p>
          <a:p/>
          <a:p>
            <a:r>
              <a:t>1. Use Edit assignment before closing submissions. Read any warning when changing instructions.</a:t>
            </a:r>
          </a:p>
          <a:p/>
          <a:p>
            <a:r>
              <a:t>2. Choose Close submissions when no more work should be accepted.</a:t>
            </a:r>
          </a:p>
          <a:p/>
          <a:p>
            <a:r>
              <a:t>3. Remove a class member only after checking the consequences: that action can remove their class submissions.</a:t>
            </a:r>
          </a:p>
          <a:p/>
          <a:p>
            <a:r>
              <a:t>Expected result: Class membership and assignment availability match your intention.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teaching responsibility</a:t>
            </a:r>
          </a:p>
          <a:p/>
          <a:p>
            <a:r>
              <a:t>1. Open the class and find Assign a teacher by existing account email.</a:t>
            </a:r>
          </a:p>
          <a:p/>
          <a:p>
            <a:r>
              <a:t>2. Check the colleague’s exact account email and grant teaching access only if you have permission.</a:t>
            </a:r>
          </a:p>
          <a:p/>
          <a:p>
            <a:r>
              <a:t>3. Confirm their role in the member list. Keep at least one teacher in each active class.</a:t>
            </a:r>
          </a:p>
          <a:p/>
          <a:p>
            <a:r>
              <a:t>Expected result: The intended colleague has teaching access to this class.</a:t>
            </a:r>
          </a:p>
          <a:p/>
          <a:p>
            <a:r>
              <a:t>Important: A class teacher is different from a system administrator.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 a learning course</a:t>
            </a:r>
          </a:p>
          <a:p/>
          <a:p>
            <a:r>
              <a:t>1. Open Learning pathways &amp; courses. Choose a published course and read its description.</a:t>
            </a:r>
          </a:p>
          <a:p/>
          <a:p>
            <a:r>
              <a:t>2. Open the course and enroll using the button shown. Start with the available lesson.</a:t>
            </a:r>
          </a:p>
          <a:p/>
          <a:p>
            <a:r>
              <a:t>3. Use My enrollments to return later. If lessons are locked, complete the earlier lesson and required score first.</a:t>
            </a:r>
          </a:p>
          <a:p/>
          <a:p>
            <a:r>
              <a:t>Expected result: The course appears among your enrollments and shows your lesson progress.</a:t>
            </a:r>
          </a:p>
          <a:p/>
          <a:p>
            <a:r>
              <a:t>Important: If no courses are available, ask your teacher which published course to use.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lesson and keep your progress</a:t>
            </a:r>
          </a:p>
          <a:p/>
          <a:p>
            <a:r>
              <a:t>1. Choose Lessons, games &amp; calendar. Open a published lesson.</a:t>
            </a:r>
          </a:p>
          <a:p/>
          <a:p>
            <a:r>
              <a:t>2. Read the lesson and answer its questions. Choose Finish &amp; save progress.</a:t>
            </a:r>
          </a:p>
          <a:p/>
          <a:p>
            <a:r>
              <a:t>3. Read the result and feedback. Sign in with the same account on another device to keep your learning together.</a:t>
            </a:r>
          </a:p>
          <a:p/>
          <a:p>
            <a:r>
              <a:t>Expected result: You see a saved result or a message saying the attempt is waiting to go online.</a:t>
            </a:r>
          </a:p>
          <a:p/>
          <a:p>
            <a:r>
              <a:t>Important: A score helps you learn; it does not replace a teacher’s review.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to study without internet</a:t>
            </a:r>
          </a:p>
          <a:p/>
          <a:p>
            <a:r>
              <a:t>1. While connected, open a lesson that allows downloads. Choose Download text for offline use.</a:t>
            </a:r>
          </a:p>
          <a:p/>
          <a:p>
            <a:r>
              <a:t>2. Keep using the same browser or app profile. Downloaded text can be read without internet for up to seven days.</a:t>
            </a:r>
          </a:p>
          <a:p/>
          <a:p>
            <a:r>
              <a:t>3. Reconnect and choose Refresh &amp; sync. Keep the app open until waiting attempts have been saved online.</a:t>
            </a:r>
          </a:p>
          <a:p/>
          <a:p>
            <a:r>
              <a:t>Expected result: Permitted lesson text is available offline and saved attempts can synchronize later.</a:t>
            </a:r>
          </a:p>
          <a:p/>
          <a:p>
            <a:r>
              <a:t>Important: These downloads contain text, not the audio or video files. Some lessons cannot be downloaded.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a term or close a class</a:t>
            </a:r>
          </a:p>
          <a:p/>
          <a:p>
            <a:r>
              <a:t>1. Save any permitted reports before closing the class.</a:t>
            </a:r>
          </a:p>
          <a:p/>
          <a:p>
            <a:r>
              <a:t>2. Choose Archive class only when teaching, invitations and submissions should end. Read the confirmation.</a:t>
            </a:r>
          </a:p>
          <a:p/>
          <a:p>
            <a:r>
              <a:t>3. Explain to learners that archived classes remain readable to existing members, while new activity is closed.</a:t>
            </a:r>
          </a:p>
          <a:p/>
          <a:p>
            <a:r>
              <a:t>Expected result: The class is archived rather than accidentally deleted.</a:t>
            </a:r>
          </a:p>
          <a:p/>
          <a:p>
            <a:r>
              <a:t>Important: Do not leave or remove the last teacher from an active class.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AI chatbot a clear question</a:t>
            </a:r>
          </a:p>
          <a:p/>
          <a:p>
            <a:r>
              <a:t>1. Open Chat or Chatbot. Choose your answer language and read the processing permission notice.</a:t>
            </a:r>
          </a:p>
          <a:p/>
          <a:p>
            <a:r>
              <a:t>2. If you agree, allow AI processing. Ask one clear question and wait for the response.</a:t>
            </a:r>
          </a:p>
          <a:p/>
          <a:p>
            <a:r>
              <a:t>3. Open any sources provided. Ask a follow-up question if you need a simpler explanation.</a:t>
            </a:r>
          </a:p>
          <a:p/>
          <a:p>
            <a:r>
              <a:t>Expected result: You can read an answer and inspect any linked sources.</a:t>
            </a:r>
          </a:p>
          <a:p/>
          <a:p>
            <a:r>
              <a:t>Important: AI can make mistakes. Do not enter private interviews, passwords or learners’ personal information.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Open a practice class and explain how a student joins it.</a:t>
            </a:r>
          </a:p>
          <a:p/>
          <a:p>
            <a:r>
              <a:t>2. Identify Create assignment, the feedback area and View gradebook.</a:t>
            </a:r>
          </a:p>
          <a:p/>
          <a:p>
            <a:r>
              <a:t>3. Explain the difference between closing submissions, archiving a class and removing a learner.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0.xml"/><Relationship Id="rId4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Relationship Id="rId4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Teachers and lecturers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Guide classes, set assignments and review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run a class and help students find their work and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run a class and help students find their work and feedback.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Get teaching access and create or open a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Invite learners, set assignments and review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Keep class results private and close a class responsibly.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that you have teaching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9-classroo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 with your own account.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Teaching &amp; my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Look for Create class or an existing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where your role is teacher.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these are missing, ask the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 to assign teaching access.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Selecting teacher as an interest does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grant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whether you can teach a class or are viewing as a learner.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teaching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8-create-cla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735164"/>
            <a:ext cx="6096000" cy="3616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My classes and choose Create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class title and requested details.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 a published course if the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needs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75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200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162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Save teaching class. Keep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new class join code private until you invite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class opens and you can see its invitation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254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Teaching a class does not automatically let you publish cultural content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courses.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Invite your learners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9-class-invi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find Class invitations.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 its current join code with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learners.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learners to sign in and use Join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class. Check the member list afterwards.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code is shared too widely, choose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Replace class join code or Disable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join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 learners are listed in the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Codes expire after seven days. A replacement invalidates the previous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code.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Set a useful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2-assignment-ed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17" y="1473200"/>
            <a:ext cx="5142564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choose Create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an available published lesson.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Write a clear title, instructions and due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Save class assignment. Open 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again to check exactly what learners will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assignment is listed for members of this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a lesson in the correct language. If a lesson is withdrawn, choose 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approved replacement.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a learner’s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0-teacher-gra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assignment and choose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learner’s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their work, enter the score and write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feedback that explains one clear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Save teacher grade and feedback.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for another submission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 is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learner can refresh the assignment to see the saved grade and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Check the learner’s name before saving. Do not discuss individual results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in public chats.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See the class gradebook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1-gradebo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choose View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gradebook.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assignment columns and learner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rows. A teacher’s grade takes priority over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synchronized lesson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Export gradebook CSV only if you are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allowed to keep a spreadsheet copy. Store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 privately.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identify submitted, ungraded and completed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downloaded gradebook contains personal information. Do not share it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as a public attachment.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Manage changes without losing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0-class-assign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Edit assignment before closing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submissions. Read any warning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Close submissions when no more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work should be accepted.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Remove a class member only after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checking the consequences: that action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can remove their class submissions.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Class membership and assignment availability match your intention.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Share teaching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9-class-invi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find Assign a teacher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by existing account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colleague’s exact account email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grant teaching access only if you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their role in the member list. Keep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 least one teacher in each active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colleague has teaching access to this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class teacher is different from a system administrator.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Join a learning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8-cour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Learning pathways &amp; courses.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 published course and read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course and enroll using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button shown. Start with the available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My enrollments to return later.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lessons are locked, complete the earlier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 and required score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course appears among your enrollments and shows your lesson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courses are available, ask your teacher which published course to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a lesson and keep your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Lessons, games &amp; calendar.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published lesson.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lesson and answer its questions.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Finish &amp; save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result and feedback. Sign in with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same account on another device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your learning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see a saved result or a message saying the attempt is waiting to go online.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score helps you learn; it does not replace a teacher’s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to study without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While connected, open a lesson that allows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downloads. Choose Download text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offline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using the same browser or app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profile. Downloaded text can be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internet for up to seven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Reconnect and choose Refresh &amp; sync.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until waiting attempts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been saved online.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Permitted lesson text is available offline and saved attempts can synchronize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These downloads contain text, not the audio or video files. Some lessons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cannot be downloaded.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Finish a term or close a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0-class-assign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any permitted reports before closing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Archive class only when teaching,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invitations and submissions should end.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Explain to learners that archived classes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remain readable to existing members,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while new activity is closed.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class is archived rather than accidentally deleted.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leave or remove the last teacher from an active class.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Ask the AI chatbot a clear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4-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Chat or Chatbot. Choose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answer language and read the processing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 agree, allow AI processing. Ask one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clear question and wait for the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any sources provided. Ask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follow-up question if you need a simpler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read an answer and inspect any linked 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AI can make mistakes. Do not enter private interviews, passwords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learners’ personal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Open a practice class and explain how a student joins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Identify Create assignment, the feedback area and View gradebook.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difference between closing submissions, archiving a class and removing a learner.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Teachers and lecturers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