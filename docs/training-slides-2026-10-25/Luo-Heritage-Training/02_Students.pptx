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Self-study guide. Screenshots show actual interface components rendered with clearly labelled sample data, not a production acceptance demonstration. No real account or cultural record was changed to make these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here: learn at your own pace</a:t>
            </a:r>
          </a:p>
          <a:p/>
          <a:p>
            <a:r>
              <a:t>1. Read a slide, try its action, then check the result. Tap means click. Gold circles mark important controls in the screenshots.</a:t>
            </a:r>
          </a:p>
          <a:p/>
          <a:p>
            <a:r>
              <a:t>2. Use your own account. Your organisation supplies the correct website address and any staff access.</a:t>
            </a:r>
          </a:p>
          <a:p/>
          <a:p>
            <a:r>
              <a:t>3. Screenshots show the current interface with practice details. Actual names, content and menus may differ.</a:t>
            </a:r>
          </a:p>
          <a:p/>
          <a:p>
            <a:r>
              <a:t>Expected result: You will be able to enroll, join a class, study and find your feedback.</a:t>
            </a:r>
          </a:p>
          <a:p/>
          <a:p>
            <a:r>
              <a:t>Important: If your menu looks different, first check My access. Do not ask someone to lend you their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guide covers</a:t>
            </a:r>
          </a:p>
          <a:p/>
          <a:p>
            <a:r>
              <a:t>1. Sign in, recover access and find your learning screens.</a:t>
            </a:r>
          </a:p>
          <a:p/>
          <a:p>
            <a:r>
              <a:t>2. Study lessons and courses, including downloaded text.</a:t>
            </a:r>
          </a:p>
          <a:p/>
          <a:p>
            <a:r>
              <a:t>3. Join a class, submit work and read teacher feedback.</a:t>
            </a:r>
          </a:p>
          <a:p/>
          <a:p>
            <a:r>
              <a:t>Expected result: Use the slide numbers to return to a task. The PDF has page bookmarks; PowerPoint has a contents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 in to your own account</a:t>
            </a:r>
          </a:p>
          <a:p/>
          <a:p>
            <a:r>
              <a:t>1. Open the Luo Heritage address supplied by your organisation. Choose Sign in or Log in.</a:t>
            </a:r>
          </a:p>
          <a:p/>
          <a:p>
            <a:r>
              <a:t>2. Enter your email and password, then choose Log in. Check your spelling if it fails.</a:t>
            </a:r>
          </a:p>
          <a:p/>
          <a:p>
            <a:r>
              <a:t>3. Community members may also use Google. Staff should use the account supplied by their administrator.</a:t>
            </a:r>
          </a:p>
          <a:p/>
          <a:p>
            <a:r>
              <a:t>Expected result: Your account or dashboard opens.</a:t>
            </a:r>
          </a:p>
          <a:p/>
          <a:p>
            <a:r>
              <a:t>Important: Never share your password. Use only an address you trust.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Forgot your password?</a:t>
            </a:r>
          </a:p>
          <a:p/>
          <a:p>
            <a:r>
              <a:t>1. On the sign-in screen, choose Forgotten password? Select Reset password.</a:t>
            </a:r>
          </a:p>
          <a:p/>
          <a:p>
            <a:r>
              <a:t>2. Enter your account email. Choose Send email, then check your inbox and spam folder.</a:t>
            </a:r>
          </a:p>
          <a:p/>
          <a:p>
            <a:r>
              <a:t>3. Open the newest reset link within 30 minutes. A link can be used only once.</a:t>
            </a:r>
          </a:p>
          <a:p/>
          <a:p>
            <a:r>
              <a:t>Expected result: An account email arrives if the address is eligible and the email service is available.</a:t>
            </a:r>
          </a:p>
          <a:p/>
          <a:p>
            <a:r>
              <a:t>Important: If no email arrives, contact the person who manages your account. Do not keep requesting links.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Choose a new password</a:t>
            </a:r>
          </a:p>
          <a:p/>
          <a:p>
            <a:r>
              <a:t>1. Open the password reset link from your own inbox.</a:t>
            </a:r>
          </a:p>
          <a:p/>
          <a:p>
            <a:r>
              <a:t>2. Enter a new password of at least 12 characters. A short phrase with several words is easier to remember.</a:t>
            </a:r>
          </a:p>
          <a:p/>
          <a:p>
            <a:r>
              <a:t>3. Choose Confirm. Return to sign in and use the new password on each device.</a:t>
            </a:r>
          </a:p>
          <a:p/>
          <a:p>
            <a:r>
              <a:t>Expected result: The password changes and old sign-ins are ended.</a:t>
            </a:r>
          </a:p>
          <a:p/>
          <a:p>
            <a:r>
              <a:t>Important: Do not forward the reset link. If it has expired, request a new one.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library on a phone</a:t>
            </a:r>
          </a:p>
          <a:p/>
          <a:p>
            <a:r>
              <a:t>1. Open a collection, such as Muma (Dictionary), from the menu.</a:t>
            </a:r>
          </a:p>
          <a:p/>
          <a:p>
            <a:r>
              <a:t>2. Use the picture, headphones, video or page icon to choose a type of content. The four-square icon shows all types.</a:t>
            </a:r>
          </a:p>
          <a:p/>
          <a:p>
            <a:r>
              <a:t>3. Choose the list or grid button to change the view. Scroll the entries below the controls.</a:t>
            </a:r>
          </a:p>
          <a:p/>
          <a:p>
            <a:r>
              <a:t>Expected result: The collection shows entries matching your chosen filter.</a:t>
            </a:r>
          </a:p>
          <a:p/>
          <a:p>
            <a:r>
              <a:t>Important: An empty result can mean there are no published entries of that type. Try All.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Join a learning course</a:t>
            </a:r>
          </a:p>
          <a:p/>
          <a:p>
            <a:r>
              <a:t>1. Open Learning pathways &amp; courses. Choose a published course and read its description.</a:t>
            </a:r>
          </a:p>
          <a:p/>
          <a:p>
            <a:r>
              <a:t>2. Open the course and enroll using the button shown. Start with the available lesson.</a:t>
            </a:r>
          </a:p>
          <a:p/>
          <a:p>
            <a:r>
              <a:t>3. Use My enrollments to return later. If lessons are locked, complete the earlier lesson and required score first.</a:t>
            </a:r>
          </a:p>
          <a:p/>
          <a:p>
            <a:r>
              <a:t>Expected result: The course appears among your enrollments and shows your lesson progress.</a:t>
            </a:r>
          </a:p>
          <a:p/>
          <a:p>
            <a:r>
              <a:t>Important: If no courses are available, ask your teacher which published course to use.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a lesson and keep your progress</a:t>
            </a:r>
          </a:p>
          <a:p/>
          <a:p>
            <a:r>
              <a:t>1. Choose Lessons, games &amp; calendar. Open a published lesson.</a:t>
            </a:r>
          </a:p>
          <a:p/>
          <a:p>
            <a:r>
              <a:t>2. Read the lesson and answer its questions. Choose Finish &amp; save progress.</a:t>
            </a:r>
          </a:p>
          <a:p/>
          <a:p>
            <a:r>
              <a:t>3. Read the result and feedback. Sign in with the same account on another device to keep your learning together.</a:t>
            </a:r>
          </a:p>
          <a:p/>
          <a:p>
            <a:r>
              <a:t>Expected result: You see a saved result or a message saying the attempt is waiting to go online.</a:t>
            </a:r>
          </a:p>
          <a:p/>
          <a:p>
            <a:r>
              <a:t>Important: A score helps you learn; it does not replace a teacher’s review.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 to study without internet</a:t>
            </a:r>
          </a:p>
          <a:p/>
          <a:p>
            <a:r>
              <a:t>1. While connected, open a lesson that allows downloads. Choose Download text for offline use.</a:t>
            </a:r>
          </a:p>
          <a:p/>
          <a:p>
            <a:r>
              <a:t>2. Keep using the same browser or app profile. Downloaded text can be read without internet for up to seven days.</a:t>
            </a:r>
          </a:p>
          <a:p/>
          <a:p>
            <a:r>
              <a:t>3. Reconnect and choose Refresh &amp; sync. Keep the app open until waiting attempts have been saved online.</a:t>
            </a:r>
          </a:p>
          <a:p/>
          <a:p>
            <a:r>
              <a:t>Expected result: Permitted lesson text is available offline and saved attempts can synchronize later.</a:t>
            </a:r>
          </a:p>
          <a:p/>
          <a:p>
            <a:r>
              <a:t>Important: These downloads contain text, not the audio or video files. Some lessons cannot be downloaded.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Join a class with your teacher’s code</a:t>
            </a:r>
          </a:p>
          <a:p/>
          <a:p>
            <a:r>
              <a:t>1. Sign in. Open Teaching &amp; my classes and choose My classes.</a:t>
            </a:r>
          </a:p>
          <a:p/>
          <a:p>
            <a:r>
              <a:t>2. Ask your teacher for a current code. Enter it under Join a class, then choose Join class.</a:t>
            </a:r>
          </a:p>
          <a:p/>
          <a:p>
            <a:r>
              <a:t>3. Open the class and read its assignments. Use your own account for all submissions.</a:t>
            </a:r>
          </a:p>
          <a:p/>
          <a:p>
            <a:r>
              <a:t>Expected result: Your class appears in My classes.</a:t>
            </a:r>
          </a:p>
          <a:p/>
          <a:p>
            <a:r>
              <a:t>Important: Class codes expire after seven days and may be replaced earlier. Ask for a new code if needed.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a class assignment</a:t>
            </a:r>
          </a:p>
          <a:p/>
          <a:p>
            <a:r>
              <a:t>1. Open your class, then choose Open assignment. Read the instructions and due date.</a:t>
            </a:r>
          </a:p>
          <a:p/>
          <a:p>
            <a:r>
              <a:t>2. Choose Study assignment lesson and complete the lesson. Return to the assignment when ready.</a:t>
            </a:r>
          </a:p>
          <a:p/>
          <a:p>
            <a:r>
              <a:t>3. Enter the work requested and use the submission button shown. Wait for a saved confirmation.</a:t>
            </a:r>
          </a:p>
          <a:p/>
          <a:p>
            <a:r>
              <a:t>Expected result: Your assignment shows your submission rather than an unsaved answer.</a:t>
            </a:r>
          </a:p>
          <a:p/>
          <a:p>
            <a:r>
              <a:t>Important: If the assignment is closed or the lesson unavailable, contact your teacher; do not submit to a different class.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feedback and try again</a:t>
            </a:r>
          </a:p>
          <a:p/>
          <a:p>
            <a:r>
              <a:t>1. Open the same class assignment after your teacher reviews it.</a:t>
            </a:r>
          </a:p>
          <a:p/>
          <a:p>
            <a:r>
              <a:t>2. Choose Refresh assignment and feedback. Read the score and the teacher’s comments.</a:t>
            </a:r>
          </a:p>
          <a:p/>
          <a:p>
            <a:r>
              <a:t>3. If a new submission is requested and allowed, correct your work and submit it again.</a:t>
            </a:r>
          </a:p>
          <a:p/>
          <a:p>
            <a:r>
              <a:t>Expected result: You know what to improve and which result belongs to you.</a:t>
            </a:r>
          </a:p>
          <a:p/>
          <a:p>
            <a:r>
              <a:t>Important: Sending revised written work clears its previous teacher grade so the teacher can review it again.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AI chatbot a clear question</a:t>
            </a:r>
          </a:p>
          <a:p/>
          <a:p>
            <a:r>
              <a:t>1. Open Chat or Chatbot. Choose your answer language and read the processing permission notice.</a:t>
            </a:r>
          </a:p>
          <a:p/>
          <a:p>
            <a:r>
              <a:t>2. If you agree, allow AI processing. Ask one clear question and wait for the response.</a:t>
            </a:r>
          </a:p>
          <a:p/>
          <a:p>
            <a:r>
              <a:t>3. Open any sources provided. Ask a follow-up question if you need a simpler explanation.</a:t>
            </a:r>
          </a:p>
          <a:p/>
          <a:p>
            <a:r>
              <a:t>Expected result: You can read an answer and inspect any linked sources.</a:t>
            </a:r>
          </a:p>
          <a:p/>
          <a:p>
            <a:r>
              <a:t>Important: AI can make mistakes. Do not enter private interviews, passwords or learners’ personal information.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 your access and saved chats</a:t>
            </a:r>
          </a:p>
          <a:p/>
          <a:p>
            <a:r>
              <a:t>1. Open the account menu and choose My account &amp; saved chats.</a:t>
            </a:r>
          </a:p>
          <a:p/>
          <a:p>
            <a:r>
              <a:t>2. Read My access to check your assigned role. Open a chat from Recent or Archived.</a:t>
            </a:r>
          </a:p>
          <a:p/>
          <a:p>
            <a:r>
              <a:t>3. For your name, sessions or notifications, open Profile, sessions &amp; notifications from the menu.</a:t>
            </a:r>
          </a:p>
          <a:p/>
          <a:p>
            <a:r>
              <a:t>Expected result: You can find your own account details and earlier conversations.</a:t>
            </a:r>
          </a:p>
          <a:p/>
          <a:p>
            <a:r>
              <a:t>Important: Choosing an interest such as teacher or researcher does not give staff access.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your own learning record</a:t>
            </a:r>
          </a:p>
          <a:p/>
          <a:p>
            <a:r>
              <a:t>1. Use the same account on your phone and computer.</a:t>
            </a:r>
          </a:p>
          <a:p/>
          <a:p>
            <a:r>
              <a:t>2. Before changing devices, reconnect and use Refresh &amp; sync for waiting attempts.</a:t>
            </a:r>
          </a:p>
          <a:p/>
          <a:p>
            <a:r>
              <a:t>3. Do not leave a class just to change devices: leaving can delete your work in that class.</a:t>
            </a:r>
          </a:p>
          <a:p/>
          <a:p>
            <a:r>
              <a:t>Expected result: Your work stays linked to the intended account.</a:t>
            </a:r>
          </a:p>
          <a:p/>
          <a:p>
            <a:r>
              <a:t>Important: Tell your teacher if you accidentally created two accounts.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Protect your account and other people</a:t>
            </a:r>
          </a:p>
          <a:p/>
          <a:p>
            <a:r>
              <a:t>1. Use your own account. Sign out on a shared computer or phone.</a:t>
            </a:r>
          </a:p>
          <a:p/>
          <a:p>
            <a:r>
              <a:t>2. Do not copy private interviews, class results or account lists into public chats or messages.</a:t>
            </a:r>
          </a:p>
          <a:p/>
          <a:p>
            <a:r>
              <a:t>3. If a screen shows information you should not see, stop and tell the account administrator.</a:t>
            </a:r>
          </a:p>
          <a:p/>
          <a:p>
            <a:r>
              <a:t>Expected result: Your work remains linked to the right person and private information stays protected.</a:t>
            </a:r>
          </a:p>
          <a:p/>
          <a:p>
            <a:r>
              <a:t>Important: Send support the screen name and error message, never your password or a reset link.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something does not work</a:t>
            </a:r>
          </a:p>
          <a:p/>
          <a:p>
            <a:r>
              <a:t>1. Check your internet connection. Read the message on screen before trying again.</a:t>
            </a:r>
          </a:p>
          <a:p/>
          <a:p>
            <a:r>
              <a:t>2. If your sign-in has expired, sign in again. If a button is missing, ask which role and language you have.</a:t>
            </a:r>
          </a:p>
          <a:p/>
          <a:p>
            <a:r>
              <a:t>3. If it still fails, note the time, screen, button and exact message. Send these to your account administrator.</a:t>
            </a:r>
          </a:p>
          <a:p/>
          <a:p>
            <a:r>
              <a:t>Expected result: You can explain the problem clearly without exposing private information.</a:t>
            </a:r>
          </a:p>
          <a:p/>
          <a:p>
            <a:r>
              <a:t>Important: Before repeating an upload or submission, check whether the first attempt was already saved.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Try it yourself: your readiness check</a:t>
            </a:r>
          </a:p>
          <a:p/>
          <a:p>
            <a:r>
              <a:t>1. Enroll in the course your teacher names and open its first available lesson.</a:t>
            </a:r>
          </a:p>
          <a:p/>
          <a:p>
            <a:r>
              <a:t>2. Join your class with a current code and find the assignment instructions.</a:t>
            </a:r>
          </a:p>
          <a:p/>
          <a:p>
            <a:r>
              <a:t>3. Save one practice result and show where you would read teacher feedback.</a:t>
            </a:r>
          </a:p>
          <a:p/>
          <a:p>
            <a:r>
              <a:t>Expected result: You are ready for routine work when you can complete these steps without help.</a:t>
            </a:r>
          </a:p>
          <a:p/>
          <a:p>
            <a:r>
              <a:t>Important: Use only approved practice material. Do not publish, delete accounts or change live settings just to practise.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Relationship Id="rId4" Type="http://schemas.openxmlformats.org/officeDocument/2006/relationships/slide" Target="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Relationship Id="rId4" Type="http://schemas.openxmlformats.org/officeDocument/2006/relationships/slide" Target="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Relationship Id="rId4" Type="http://schemas.openxmlformats.org/officeDocument/2006/relationships/slide" Target="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Relationship Id="rId4" Type="http://schemas.openxmlformats.org/officeDocument/2006/relationships/slide" Target="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Relationship Id="rId4" Type="http://schemas.openxmlformats.org/officeDocument/2006/relationships/slide" Target="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Relationship Id="rId4" Type="http://schemas.openxmlformats.org/officeDocument/2006/relationships/slide" Target="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Relationship Id="rId4" Type="http://schemas.openxmlformats.org/officeDocument/2006/relationships/slide" Target="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Relationship Id="rId4" Type="http://schemas.openxmlformats.org/officeDocument/2006/relationships/slide" Target="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Relationship Id="rId4" Type="http://schemas.openxmlformats.org/officeDocument/2006/relationships/slide" Target="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Relationship Id="rId4" Type="http://schemas.openxmlformats.org/officeDocument/2006/relationships/slide" Target="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4.xml"/><Relationship Id="rId4" Type="http://schemas.openxmlformats.org/officeDocument/2006/relationships/slide" Target="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5.xml"/><Relationship Id="rId4" Type="http://schemas.openxmlformats.org/officeDocument/2006/relationships/slide" Target="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6.xml"/><Relationship Id="rId4" Type="http://schemas.openxmlformats.org/officeDocument/2006/relationships/slide" Target="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7.xml"/><Relationship Id="rId4" Type="http://schemas.openxmlformats.org/officeDocument/2006/relationships/slide" Target="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Relationship Id="rId4" Type="http://schemas.openxmlformats.org/officeDocument/2006/relationships/slide" Target="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53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uo Heritage interface screenshot with labelled practice details: luo-heritage-5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571500"/>
            <a:ext cx="1143000" cy="114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09800" y="774700"/>
            <a:ext cx="8763000" cy="2682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Aft>
                <a:spcPts val="0"/>
              </a:spcAft>
              <a:defRPr sz="1300" b="1">
                <a:solidFill>
                  <a:srgbClr val="E5AE42"/>
                </a:solidFill>
                <a:latin typeface="Arial"/>
              </a:defRPr>
            </a:pPr>
            <a:r>
              <a:t>LUO HERITAGE / SELF-STUDY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9800" y="1130300"/>
            <a:ext cx="87630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0">
                <a:solidFill>
                  <a:srgbClr val="E7D8BF"/>
                </a:solidFill>
                <a:latin typeface="Arial"/>
              </a:defRPr>
            </a:pPr>
            <a:r>
              <a:t>LANGUAGE • CULTURE • LIVING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600" y="2247900"/>
            <a:ext cx="10541000" cy="702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030"/>
              </a:lnSpc>
              <a:spcAft>
                <a:spcPts val="0"/>
              </a:spcAft>
              <a:defRPr sz="4300" b="0">
                <a:solidFill>
                  <a:srgbClr val="FFFAF0"/>
                </a:solidFill>
                <a:latin typeface="Georgia"/>
              </a:defRPr>
            </a:pPr>
            <a:r>
              <a:t>Students and learners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077337"/>
            <a:ext cx="10096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0"/>
              </a:lnSpc>
              <a:spcAft>
                <a:spcPts val="0"/>
              </a:spcAft>
              <a:defRPr sz="2100" b="0">
                <a:solidFill>
                  <a:srgbClr val="F3E6CE"/>
                </a:solidFill>
                <a:latin typeface="Arial"/>
              </a:defRPr>
            </a:pPr>
            <a:r>
              <a:t>Study lessons, join classes and keep your progress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600" y="4546600"/>
            <a:ext cx="10668000" cy="1193800"/>
          </a:xfrm>
          <a:prstGeom prst="roundRect">
            <a:avLst>
              <a:gd name="adj" fmla="val 8000"/>
            </a:avLst>
          </a:prstGeom>
          <a:solidFill>
            <a:srgbClr val="6D4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600" y="4762500"/>
            <a:ext cx="100965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1900" b="0">
                <a:solidFill>
                  <a:srgbClr val="FFF7E8"/>
                </a:solidFill>
                <a:latin typeface="Arial"/>
              </a:defRPr>
            </a:pPr>
            <a:r>
              <a:t>You will be able to enroll, join a class, study and find your feedback.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159500"/>
            <a:ext cx="6985000" cy="2524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Aft>
                <a:spcPts val="0"/>
              </a:spcAft>
              <a:defRPr sz="1200" b="1">
                <a:solidFill>
                  <a:srgbClr val="E5AE42"/>
                </a:solidFill>
                <a:latin typeface="Arial"/>
              </a:defRPr>
            </a:pPr>
            <a:r>
              <a:t>READ • TRY •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0" y="6172200"/>
            <a:ext cx="36195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0">
                <a:solidFill>
                  <a:srgbClr val="E7D8BF"/>
                </a:solidFill>
                <a:latin typeface="Arial"/>
              </a:defRPr>
            </a:pPr>
            <a:r>
              <a:t>25 October 2026 | Edition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STUDENTS AND LEARNERS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Start here: learn at your own 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Read a slide, try its action, then check the result. Tap means click. Gold circles mark important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controls in the screenshots.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1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43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400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Use your own account. Your organisation supplies the correct website address and any staff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access.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02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3327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3289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Screenshots show the current interface with practice details. Actual names, content and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menus may differ.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Read the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4577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Try it yourself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4577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 the result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will be able to enroll, join a class, study and find your feedback.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1816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your menu looks different, first check My access. Do not ask someone to lend you their account.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STUDENTS AND LEARNERS</a:t>
            </a:r>
          </a:p>
        </p:txBody>
      </p:sp>
      <p:sp>
        <p:nvSpPr>
          <p:cNvPr id="27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STUDENTS AND LEARNERS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What this guide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Sign in, recover access and find your learning screens.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Study lessons and courses, including downloaded 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67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92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654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Join a class, submit work and read teacher feedback.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Use the slide numbers to return to a task. The PDF has page bookmarks; PowerPoint has a contents 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STUDENTS AND LEARNERS</a:t>
            </a:r>
          </a:p>
        </p:txBody>
      </p:sp>
      <p:sp>
        <p:nvSpPr>
          <p:cNvPr id="18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STUDENTS AND LEARNERS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Sign in to your own account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1-sign-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175" y="1460500"/>
            <a:ext cx="3778250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Luo Heritage address supplied by your organisation.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Sign in or Log 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your email and password, then choose Log in. Check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spelling if it fails.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Community members may also use Google. Staff should use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account supplied by their 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account or dashboard opens.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886200"/>
            <a:ext cx="6705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Never share your password. Use only an address you trust.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STUDENTS AND LEARNERS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STUDENTS AND LEARNERS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Forgot your password?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3-reset-requ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683" y="1473200"/>
            <a:ext cx="4830233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On the sign-in screen, choose Forgotten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password? Select Reset password.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your account email. Choose Send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email, then check your inbox and spam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folder.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newest reset link within 30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minutes. A link can be used only once.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An account email arrives if the address is eligible and the email service is available.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no email arrives, contact the person who manages your account. Do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not keep requesting links.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STUDENTS AND LEARNERS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STUDENTS AND LEARNERS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Choose a new password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4-reset-confir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337" y="1473200"/>
            <a:ext cx="5366925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password reset link from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own inbox.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a new password of at least 12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characters. A short phrase with several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words is easier to remember.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Confirm. Return to sign in and use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new password on each device.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password changes and old sign-ins are ended.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Do not forward the reset link. If it has expired, request a new one.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STUDENTS AND LEARNERS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STUDENTS AND LEARNERS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Use the library on a phone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5-mobile-libra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657" y="1460500"/>
            <a:ext cx="1995284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a collection, such as Muma (Dictionary), from the menu.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0828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the picture, headphones, video or page icon to choose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type of content. The four-square icon shows all types.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882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2908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28702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the list or grid button to change the view. Scroll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entries below the controls.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collection shows entries matching your chosen filter.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670300"/>
            <a:ext cx="6705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An empty result can mean there are no published entries of that type. Try All.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STUDENTS AND LEARNERS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STUDENTS AND LEARNERS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Join a learning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8-cours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80181"/>
            <a:ext cx="6096000" cy="39262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Learning pathways &amp; courses.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a published course and read its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description.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course and enroll using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button shown. Start with the available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lesson.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My enrollments to return later. If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lessons are locked, complete the earlier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lesson and required score first.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course appears among your enrollments and shows your lesson progress.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7625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no courses are available, ask your teacher which published course to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use.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STUDENTS AND LEARNERS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STUDENTS AND LEARNERS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Open a lesson and keep your progress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7-lesson-practi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68" y="1473200"/>
            <a:ext cx="5428262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Lessons, games &amp; calendar. Open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 published lesson.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the lesson and answer its questions.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Finish &amp; save progress.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the result and feedback. Sign in with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same account on another device to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your learning together.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see a saved result or a message saying the attempt is waiting to go online.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 score helps you learn; it does not replace a teacher’s review.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STUDENTS AND LEARNERS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STUDENTS AND LEARNERS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Prepare to study without internet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7-lesson-practi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68" y="1473200"/>
            <a:ext cx="5428262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While connected, open a lesson that allows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downloads. Choose Download text for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offline use.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using the same browser or app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profile. Downloaded text can be read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without internet for up to seven days.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Reconnect and choose Refresh &amp; sync.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the app open until waiting attempts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have been saved online.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Permitted lesson text is available offline and saved attempts can synchronize later.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7625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These downloads contain text, not the audio or video files. Some lessons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cannot be downloaded.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STUDENTS AND LEARNERS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STUDENTS AND LEARNERS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Join a class with your teacher’s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9-classroom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68" y="1473200"/>
            <a:ext cx="5428262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Sign in. Open Teaching &amp; my classes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My classes.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your teacher for a current code. Enter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it under Join a class, then choose Join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class.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class and read its assignments.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your own account for all submissions.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class appears in My classes.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Class codes expire after seven days and may be replaced earlier. Ask for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 new code if needed.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STUDENTS AND LEARNERS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STUDENTS AND LEARNERS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Complete a class assignment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49-student-assignme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3766" y="1473200"/>
            <a:ext cx="5886067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your class, then choose Open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assignment. Read the instructions and due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Study assignment lesson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complete the lesson. Return to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assignment when ready.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the work requested and use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submission button shown. Wait for a saved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confirmation.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assignment shows your submission rather than an unsaved answer.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7625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the assignment is closed or the lesson unavailable, contact your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teacher; do not submit to a different class.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STUDENTS AND LEARNERS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STUDENTS AND LEARNERS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Read feedback and try again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52-student-feed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68" y="1473200"/>
            <a:ext cx="5428262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same class assignment after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your teacher reviews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Refresh assignment and feedback.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the score and the teacher’s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comments.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a new submission is requested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allowed, correct your work and submit it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again.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know what to improve and which result belongs to you.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Sending revised written work clears its previous teacher grade so the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teacher can review it again.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STUDENTS AND LEARNERS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STUDENTS AND LEARNERS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Ask the AI chatbot a clear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4-ch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014" y="1473200"/>
            <a:ext cx="5747571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Chat or Chatbot. Choose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answer language and read the processing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permission notice.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you agree, allow AI processing. Ask one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clear question and wait for the response.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any sources provided. Ask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follow-up question if you need a simpler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explanation.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read an answer and inspect any linked sources.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AI can make mistakes. Do not enter private interviews, passwords or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learners’ personal information.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STUDENTS AND LEARNERS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STUDENTS AND LEARNERS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Find your access and saved chats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5-my-accou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28520"/>
            <a:ext cx="6096000" cy="40295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account menu and choose My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account &amp; saved chats.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My access to check your assigned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role. Open a chat from Recent or Archived.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For your name, sessions or notifications,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Profile, sessions &amp; notifications from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menu.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find your own account details and earlier conversations.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Choosing an interest such as teacher or researcher does not give staff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access.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STUDENTS AND LEARNERS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STUDENTS AND LEARNERS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Keep your own learning record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5-my-accou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28520"/>
            <a:ext cx="6096000" cy="40295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the same account on your phone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computer.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Before changing devices, reconnect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Refresh &amp; sync for waiting attempts.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Do not leave a class just to change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devices: leaving can delete your work in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that class.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work stays linked to the intended account.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Tell your teacher if you accidentally created two accounts.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STUDENTS AND LEARNERS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STUDENTS AND LEARNERS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Protect your account and other people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5-my-accou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28520"/>
            <a:ext cx="6096000" cy="40295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your own account. Sign out on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shared computer or phone.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Do not copy private interviews, class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results or account lists into public chats 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messages.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a screen shows information you should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not see, stop and tell the account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work remains linked to the right person and private information stays protected.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Send support the screen name and error message, never your password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or a reset link.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STUDENTS AND LEARNERS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STUDENTS AND LEARNERS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When something does not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1-sign-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175" y="1460500"/>
            <a:ext cx="3778250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your internet connection. Read the message on screen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before trying again.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your sign-in has expired, sign in again. If a button is missing,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which role and language you have.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it still fails, note the time, screen, button and exact message.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Send these to your account 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explain the problem clearly without exposing private information.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886200"/>
            <a:ext cx="6705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Before repeating an upload or submission, check whether the first attempt was already saved.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STUDENTS AND LEARNERS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STUDENTS AND LEARNERS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Try it yourself: your readiness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Enroll in the course your teacher names and open its first available lesson.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Join your class with a current code and find the assignment instructions.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67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92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654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Save one practice result and show where you would read teacher feedback.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Ask if unsure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are ready for routine work when you can complete these steps without help.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0292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Use only approved practice material. Do not publish, delete accounts or change live settings just to practise.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STUDENTS AND LEARNERS</a:t>
            </a:r>
          </a:p>
        </p:txBody>
      </p:sp>
      <p:sp>
        <p:nvSpPr>
          <p:cNvPr id="27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Luo Heritage — Students and learners</dc:title>
  <dc:subject>Self-study training slides</dc:subject>
  <dc:creator>Luo Heritage</dc:creator>
  <cp:keywords>self-study, role guide, illustrated, training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