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oversee high-impact actions, delegate responsibly and keep the platform’s records safe.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Manage Super Admin authority, languages and institutional settings.</a:t>
            </a:r>
          </a:p>
          <a:p/>
          <a:p>
            <a:r>
              <a:t>2. Check account recovery, backups, public terms and service health.</a:t>
            </a:r>
          </a:p>
          <a:p/>
          <a:p>
            <a:r>
              <a:t>3. Use documented checks before high-impact changes and handover.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role carries overall responsibility</a:t>
            </a:r>
          </a:p>
          <a:p/>
          <a:p>
            <a:r>
              <a:t>1. Use your own protected account. Confirm My access shows Master Super Admin.</a:t>
            </a:r>
          </a:p>
          <a:p/>
          <a:p>
            <a:r>
              <a:t>2. Keep the organisation’s ownership, support arrangements and recovery contact current.</a:t>
            </a:r>
          </a:p>
          <a:p/>
          <a:p>
            <a:r>
              <a:t>3. Delegate ordinary work to named staff; broad access is not a reason to bypass independent review.</a:t>
            </a:r>
          </a:p>
          <a:p/>
          <a:p>
            <a:r>
              <a:t>Expected result: You know which responsibilities must remain with the institutional owner.</a:t>
            </a:r>
          </a:p>
          <a:p/>
          <a:p>
            <a:r>
              <a:t>Important: Check My access on your own account; the screenshot uses a labelled practice account.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or change Super Admin authority</a:t>
            </a:r>
          </a:p>
          <a:p/>
          <a:p>
            <a:r>
              <a:t>1. Open Admins, then + Add Admin to prepare a new staff account.</a:t>
            </a:r>
          </a:p>
          <a:p/>
          <a:p>
            <a:r>
              <a:t>2. Select Super Admin only for a trusted person with an agreed responsibility. Assign the languages they oversee.</a:t>
            </a:r>
          </a:p>
          <a:p/>
          <a:p>
            <a:r>
              <a:t>3. Check the saved account carefully. Read the consequences before revoking or deactivating a Super Admin.</a:t>
            </a:r>
          </a:p>
          <a:p/>
          <a:p>
            <a:r>
              <a:t>Expected result: Only the intended person receives the intended authority.</a:t>
            </a:r>
          </a:p>
          <a:p/>
          <a:p>
            <a:r>
              <a:t>Important: Never create a shared administrator account for a team.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staff account for the right person</a:t>
            </a:r>
          </a:p>
          <a:p/>
          <a:p>
            <a:r>
              <a:t>1. Open Admins, then choose + Add Admin. Confirm the person’s email and name.</a:t>
            </a:r>
          </a:p>
          <a:p/>
          <a:p>
            <a:r>
              <a:t>2. Choose only the role and language the person needs. Set a strong temporary password.</a:t>
            </a:r>
          </a:p>
          <a:p/>
          <a:p>
            <a:r>
              <a:t>3. Save the account. Share access details privately with that person and ask them to set their own password.</a:t>
            </a:r>
          </a:p>
          <a:p/>
          <a:p>
            <a:r>
              <a:t>Expected result: The staff member appears in Administrators with the intended role and language.</a:t>
            </a:r>
          </a:p>
          <a:p/>
          <a:p>
            <a:r>
              <a:t>Important: Only the Master Super Admin can create or remove Super Admin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Maintain your staff list</a:t>
            </a:r>
          </a:p>
          <a:p/>
          <a:p>
            <a:r>
              <a:t>1. Open Administrators and review each name, email, language and role.</a:t>
            </a:r>
          </a:p>
          <a:p/>
          <a:p>
            <a:r>
              <a:t>2. Remove unneeded authority through the permitted controls after confirming ownership of ongoing work.</a:t>
            </a:r>
          </a:p>
          <a:p/>
          <a:p>
            <a:r>
              <a:t>3. Keep cultural reviewers, editors and publishers distinct wherever possible. Record the reason for important access changes.</a:t>
            </a:r>
          </a:p>
          <a:p/>
          <a:p>
            <a:r>
              <a:t>Expected result: Current staff responsibilities are clear and former staff cannot retain unwanted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a language deliberately</a:t>
            </a:r>
          </a:p>
          <a:p/>
          <a:p>
            <a:r>
              <a:t>1. Open Languages and choose + Add Language.</a:t>
            </a:r>
          </a:p>
          <a:p/>
          <a:p>
            <a:r>
              <a:t>2. Follow the numbered language setup: enter the code, name and local name, then check the module and administrator choices.</a:t>
            </a:r>
          </a:p>
          <a:p/>
          <a:p>
            <a:r>
              <a:t>3. Review the summary before saving. Creating a language does not create reviewed translations or public cultural content.</a:t>
            </a:r>
          </a:p>
          <a:p/>
          <a:p>
            <a:r>
              <a:t>Expected result: The intended language exists with its configuration ready for checked content.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 language before activation</a:t>
            </a:r>
          </a:p>
          <a:p/>
          <a:p>
            <a:r>
              <a:t>1. Open Languages and select the language.</a:t>
            </a:r>
          </a:p>
          <a:p/>
          <a:p>
            <a:r>
              <a:t>2. Check its labels, assigned staff and collections. Confirm that any public content is reviewed and permitted.</a:t>
            </a:r>
          </a:p>
          <a:p/>
          <a:p>
            <a:r>
              <a:t>3. Use the available activation controls only when the organisation agrees it is ready.</a:t>
            </a:r>
          </a:p>
          <a:p/>
          <a:p>
            <a:r>
              <a:t>Expected result: The public language selection reflects your deliberate decision.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account email settings</a:t>
            </a:r>
          </a:p>
          <a:p/>
          <a:p>
            <a:r>
              <a:t>1. Open System, then Email. Confirm the approved provider, verified sender address and private service key.</a:t>
            </a:r>
          </a:p>
          <a:p/>
          <a:p>
            <a:r>
              <a:t>2. Save the email settings. Choose Send test email to send to your own signed-in account.</a:t>
            </a:r>
          </a:p>
          <a:p/>
          <a:p>
            <a:r>
              <a:t>3. Check both the screen result and your inbox. A provider accepting a message is not proof it reached the inbox.</a:t>
            </a:r>
          </a:p>
          <a:p/>
          <a:p>
            <a:r>
              <a:t>Expected result: You have evidence that the account email path is configured and can be tested.</a:t>
            </a:r>
          </a:p>
          <a:p/>
          <a:p>
            <a:r>
              <a:t>Important: Keep keys secret. Password reset cannot send email while provider credentials or sender approval are missing.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with a failed password reset</a:t>
            </a:r>
          </a:p>
          <a:p/>
          <a:p>
            <a:r>
              <a:t>1. Confirm Email settings and the test result before asking the user to retry.</a:t>
            </a:r>
          </a:p>
          <a:p/>
          <a:p>
            <a:r>
              <a:t>2. Ask the user to request a fresh link, check spam and use the newest link within 30 minutes.</a:t>
            </a:r>
          </a:p>
          <a:p/>
          <a:p>
            <a:r>
              <a:t>3. Keep the user’s reset link and new password private. Record the problem without including either.</a:t>
            </a:r>
          </a:p>
          <a:p/>
          <a:p>
            <a:r>
              <a:t>Expected result: The user can follow a safe recovery path once email delivery is available.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and protect a database backup</a:t>
            </a:r>
          </a:p>
          <a:p/>
          <a:p>
            <a:r>
              <a:t>1. Open Backup and choose Backup Now when a backup is authorised.</a:t>
            </a:r>
          </a:p>
          <a:p/>
          <a:p>
            <a:r>
              <a:t>2. Wait for confirmation, then check the new file in the list. Store any downloaded copy in the organisation’s protected location.</a:t>
            </a:r>
          </a:p>
          <a:p/>
          <a:p>
            <a:r>
              <a:t>3. Ask the technical maintainer to verify recovery. A database backup does not contain the actual picture, audio or video files.</a:t>
            </a:r>
          </a:p>
          <a:p/>
          <a:p>
            <a:r>
              <a:t>Expected result: A protected database snapshot is recorded; separate media backup and recovery checks are arranged.</a:t>
            </a:r>
          </a:p>
          <a:p/>
          <a:p>
            <a:r>
              <a:t>Important: Backup files contain sensitive account data. Never attach them to a public message or training exercise.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public terms and support information</a:t>
            </a:r>
          </a:p>
          <a:p/>
          <a:p>
            <a:r>
              <a:t>1. Open System and review the General settings and Terms &amp; Privacy tab.</a:t>
            </a:r>
          </a:p>
          <a:p/>
          <a:p>
            <a:r>
              <a:t>2. Replace draft organisation details with the verified operator and support information before publishing those texts.</a:t>
            </a:r>
          </a:p>
          <a:p/>
          <a:p>
            <a:r>
              <a:t>3. Have the responsible institution approve the wording. Check the public pages after saving.</a:t>
            </a:r>
          </a:p>
          <a:p/>
          <a:p>
            <a:r>
              <a:t>Expected result: Readers can find the correct organisation and support information.</a:t>
            </a:r>
          </a:p>
          <a:p/>
          <a:p>
            <a:r>
              <a:t>Important: Do not publish a legal draft containing bracketed placeholders or unapproved promises.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AI settings and feedback responsibly</a:t>
            </a:r>
          </a:p>
          <a:p/>
          <a:p>
            <a:r>
              <a:t>1. Use API Keys and AI Monitoring only for the services and records you are permitted to manage.</a:t>
            </a:r>
          </a:p>
          <a:p/>
          <a:p>
            <a:r>
              <a:t>2. Keep service credentials private. Test ordinary questions without submitting restricted interviews or personal information.</a:t>
            </a:r>
          </a:p>
          <a:p/>
          <a:p>
            <a:r>
              <a:t>3. Investigate wrong answers using their sources and feedback. Do not describe untested language or image models as reliable.</a:t>
            </a:r>
          </a:p>
          <a:p/>
          <a:p>
            <a:r>
              <a:t>Expected result: AI support is used with clear source and privacy checks.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maintenance and ownership controls carefully</a:t>
            </a:r>
          </a:p>
          <a:p/>
          <a:p>
            <a:r>
              <a:t>1. Before enabling maintenance, tell the affected staff and agree when access will return.</a:t>
            </a:r>
          </a:p>
          <a:p/>
          <a:p>
            <a:r>
              <a:t>2. Read each control and confirmation. Confirm the public view afterwards.</a:t>
            </a:r>
          </a:p>
          <a:p/>
          <a:p>
            <a:r>
              <a:t>3. Do not delete the Master Super Admin account to transfer responsibility. Arrange the approved institutional ownership process first.</a:t>
            </a:r>
          </a:p>
          <a:p/>
          <a:p>
            <a:r>
              <a:t>Expected result: High-impact changes have an owner, a reason and a checked result.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an orderly handover</a:t>
            </a:r>
          </a:p>
          <a:p/>
          <a:p>
            <a:r>
              <a:t>1. Give each person their own account, role guide and approved website address.</a:t>
            </a:r>
          </a:p>
          <a:p/>
          <a:p>
            <a:r>
              <a:t>2. Keep private service details, backup locations and recovery contacts in a restricted handover record.</a:t>
            </a:r>
          </a:p>
          <a:p/>
          <a:p>
            <a:r>
              <a:t>3. Record which service and device checks have actually passed. Treat physical-server migration and store release as separate planned work.</a:t>
            </a:r>
          </a:p>
          <a:p/>
          <a:p>
            <a:r>
              <a:t>Expected result: The next responsible person can operate the system without sharing passwords or guessing what was tested.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Identify which duties you may delegate and which require Master Super Admin authority.</a:t>
            </a:r>
          </a:p>
          <a:p/>
          <a:p>
            <a:r>
              <a:t>2. Explain how to check account email delivery without sharing a key or reset link.</a:t>
            </a:r>
          </a:p>
          <a:p/>
          <a:p>
            <a:r>
              <a:t>3. Explain what the database backup includes, what it excludes, and how you would request a recovery check.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1.xml"/><Relationship Id="rId4" Type="http://schemas.openxmlformats.org/officeDocument/2006/relationships/slide" Target="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Relationship Id="rId4" Type="http://schemas.openxmlformats.org/officeDocument/2006/relationships/slide" Target="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Master Super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Own platform access and protect the institutional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oversee high-impact actions, delegate responsibly and keep the platform’s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records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oversee high-impact actions, delegate responsibly and keep the platform’s records safe.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Manage Super Admin authority, languages and institutional settings.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Check account recovery, backups, public terms and service health.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documented checks before high-impact changes and handover.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Your role carries overall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6-master-acc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protected account. Confirm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My access shows Master Super 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organisation’s ownership, support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arrangements and recovery contact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current.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Delegate ordinary work to named staff;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broad access is not a reason to bypass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which responsibilities must remain with the institutional owner.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Check My access on your own account; the screenshot uses a labelled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practice account.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or change Super Admin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+ Add Admin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prepare a new staff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 Super Admin only for a trusted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with an agreed responsibility.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 the languages they oversee.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saved account carefully.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consequences before revoking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deactivating a Super Admin.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Only the intended person receives the intended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create a shared administrator account for a team.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staff account for the right person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choose + Add Admin.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person’s email and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only the role and language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needs. Set a strong temporary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account. Share access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privately with that person and ask them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their own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staff member appears in Administrators with the intended role and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Only the Master Super Admin can create or remove Super Admin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Maintain your staff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6-administrato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Administrators and review each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name, email, language and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unneeded authority through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permitted controls after confirming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ownership of ongoing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cultural reviewers, editors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publishers distinct wherever possible.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the reason for important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Current staff responsibilities are clear and former staff cannot retain unwanted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a language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3-new-langu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Languages and choose +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 the numbered language setup: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code, name and local name, then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module and administrator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 the summary before saving.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Creating a language does not create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reviewed translations or public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language exists with its configuration ready for checked content.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 language before activation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1-langu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Languages and select the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its labels, assigned staff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collections. Confirm that any public content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reviewed and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200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162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available activation controls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the organisation agrees it is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public language selection reflects your deliberate decision.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account email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0-email-sett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System, then Email. Confirm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approved provider, verified sender address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private service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email settings. Choose Send test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 to send to your own signed-in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both the screen result and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inbox. A provider accepting a message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proof it reached the inbox.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have evidence that the account email path is configured and can be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Keep keys secret. Password reset cannot send email while provider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credentials or sender approval are missing.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with a failed password reset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Email settings and the test result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asking the user to retry.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user to request a fresh link,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spam and use the newest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user’s reset link and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 private. Record the problem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including either.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user can follow a safe recovery path once email delivery is 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Make and protect a database backup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2-backu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Backup and choose Backup Now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a backup is authorised.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Wait for confirmation, then check the new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 in the list. Store any downloaded copy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the organisation’s protected location.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technical maintainer to verify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recovery. A database backup does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contain the actual picture, audio or video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protected database snapshot is recorded; separate media backup and recovery checks are arranged.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Backup files contain sensitive account data. Never attach them to a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public message or training exercise.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public terms and support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 and review the General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settings and Terms &amp; Privacy tab.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Replace draft organisation details with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verified operator and support information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publishing those texts.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the responsible institution approve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wording. Check the public pages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Readers can find the correct organisation and support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publish a legal draft containing bracketed placeholders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unapproved promises.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Treat AI settings and feedback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API Keys and AI Monitoring only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services and records you are permitted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manage.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service credentials private. Test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ordinary questions without submitting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restricted interviews or personal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Investigate wrong answers using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sources and feedback. Do not describe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untested language or image models as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reliable.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AI support is used with clear source and privacy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maintenance and ownership controls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enabling maintenance, tell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affected staff and agree when access will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each control and confirmation.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public view afterwards.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delete the Master Super Admin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to transfer responsibility. Arrange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approved institutional ownership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process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High-impact changes have an owner, a reason and a checked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an orderly handover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Give each person their own account, role guide and approved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website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private service details, backup locations and recovery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contacts in a restricted handover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which service and device checks have actually passed.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Treat physical-server migration and store release as separate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planned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next responsible person can operate the system without sharing passwords or guessing what was tested.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MASTER SUPER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Identify which duties you may delegate and which require Master Super Admin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how to check account email delivery without sharing a key or reset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what the database backup includes, what it excludes, and how you would request a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recovery 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MASTER SUPER ADMIN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Master Super Admin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