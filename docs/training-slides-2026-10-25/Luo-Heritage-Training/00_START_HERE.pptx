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your self-study slide library</a:t>
            </a:r>
          </a:p>
          <a:p/>
          <a:p>
            <a:r>
              <a:t>1. Each role has a PowerPoint slide deck and a matching PDF. Open the PDF for easy reading; use PowerPoint for presenting or editing.</a:t>
            </a:r>
          </a:p>
          <a:p/>
          <a:p>
            <a:r>
              <a:t>2. Read one task, try it on your own account, then check the result described on the slide.</a:t>
            </a:r>
          </a:p>
          <a:p/>
          <a:p>
            <a:r>
              <a:t>3. Use the guide for your assigned duty. If you have several duties, read each relevant guide.</a:t>
            </a:r>
          </a:p>
          <a:p/>
          <a:p>
            <a:r>
              <a:t>Expected result: No classroom trainer is needed to follow the guides.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your everyday work</a:t>
            </a:r>
          </a:p>
          <a:p/>
          <a:p>
            <a:r>
              <a:t>1. Community members: browsing, accounts, contributions and AI chat.</a:t>
            </a:r>
          </a:p>
          <a:p/>
          <a:p>
            <a:r>
              <a:t>2. Students: courses, classes, assignments and progress.</a:t>
            </a:r>
          </a:p>
          <a:p/>
          <a:p>
            <a:r>
              <a:t>3. Teachers and lecturers: class setup, assignments, feedback and gradebooks.</a:t>
            </a:r>
          </a:p>
          <a:p/>
          <a:p>
            <a:r>
              <a:t>Expected result: Open guide 01, 02 or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prepare or review content</a:t>
            </a:r>
          </a:p>
          <a:p/>
          <a:p>
            <a:r>
              <a:t>1. Uploaders: draft, attach files, record permission and submit.</a:t>
            </a:r>
          </a:p>
          <a:p/>
          <a:p>
            <a:r>
              <a:t>2. Cultural reviewers: check accuracy, request corrections and vote independently.</a:t>
            </a:r>
          </a:p>
          <a:p/>
          <a:p>
            <a:r>
              <a:t>3. Content editors: correct returned work. Publishers: check the final release.</a:t>
            </a:r>
          </a:p>
          <a:p/>
          <a:p>
            <a:r>
              <a:t>Expected result: Open the guide matching your assigned content duty.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manage the platform</a:t>
            </a:r>
          </a:p>
          <a:p/>
          <a:p>
            <a:r>
              <a:t>1. Language administrators: coordinate people and content in an assigned language.</a:t>
            </a:r>
          </a:p>
          <a:p/>
          <a:p>
            <a:r>
              <a:t>2. Super Admins: oversee assigned languages and staff, within their authority.</a:t>
            </a:r>
          </a:p>
          <a:p/>
          <a:p>
            <a:r>
              <a:t>3. Master Super Admin: institutional ownership, Super Admin authority and protected system operations.</a:t>
            </a:r>
          </a:p>
          <a:p/>
          <a:p>
            <a:r>
              <a:t>Expected result: Open guide 08, 09 or 10. A wider menu does not grant every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use the system for research</a:t>
            </a:r>
          </a:p>
          <a:p/>
          <a:p>
            <a:r>
              <a:t>1. Open guide 11 for public sources, internal-access requests and transcript guidance.</a:t>
            </a:r>
          </a:p>
          <a:p/>
          <a:p>
            <a:r>
              <a:t>2. A researcher interest on your profile is not permission to read private interviews.</a:t>
            </a:r>
          </a:p>
          <a:p/>
          <a:p>
            <a:r>
              <a:t>3. Ask the institutional custodian before exporting or reusing restricted material.</a:t>
            </a:r>
          </a:p>
          <a:p/>
          <a:p>
            <a:r>
              <a:t>Expected result: Research follows the source’s access and reuse conditions.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the screenshots</a:t>
            </a:r>
          </a:p>
          <a:p/>
          <a:p>
            <a:r>
              <a:t>1. Screens are captured from the current application components using sample names and practice records.</a:t>
            </a:r>
          </a:p>
          <a:p/>
          <a:p>
            <a:r>
              <a:t>2. They are illustrations of the interface, not evidence that an email was delivered, a record was published or a live account was created.</a:t>
            </a:r>
          </a:p>
          <a:p/>
          <a:p>
            <a:r>
              <a:t>3. Your menu and records depend on your assigned access. Phone and computer layouts may place controls differently.</a:t>
            </a:r>
          </a:p>
          <a:p/>
          <a:p>
            <a:r>
              <a:t>Expected result: You can recognise controls without mistaking practice details for real cultural evidence.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the right files</a:t>
            </a:r>
          </a:p>
          <a:p/>
          <a:p>
            <a:r>
              <a:t>1. Send a person their own role’s PDF or PowerPoint. PDF copies keep the layout consistent.</a:t>
            </a:r>
          </a:p>
          <a:p/>
          <a:p>
            <a:r>
              <a:t>2. The role decks contain their own account and recovery instructions, so they can be read independently.</a:t>
            </a:r>
          </a:p>
          <a:p/>
          <a:p>
            <a:r>
              <a:t>3. Keep the editable sources for future updates. Review the screenshots again when the application changes.</a:t>
            </a:r>
          </a:p>
          <a:p/>
          <a:p>
            <a:r>
              <a:t>Expected result: Distribute the guides as slides, not as a long technical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Need help while studying?</a:t>
            </a:r>
          </a:p>
          <a:p/>
          <a:p>
            <a:r>
              <a:t>1. For a missing button, check your assigned role and language with your account administrator.</a:t>
            </a:r>
          </a:p>
          <a:p/>
          <a:p>
            <a:r>
              <a:t>2. For a failed action, note the screen, button, time and exact message. Never send your password.</a:t>
            </a:r>
          </a:p>
          <a:p/>
          <a:p>
            <a:r>
              <a:t>3. Practise high-impact tasks only in an approved practice environment. Do not publish or delete real data to test a guide.</a:t>
            </a:r>
          </a:p>
          <a:p/>
          <a:p>
            <a:r>
              <a:t>Expected result: Your administrator can help with a clear description of the problem.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Choose your training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Self-study slide library • eleven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Open the guide that matches the work you have actually been assigned.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CHOOSE YOUR TRAINING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Welcome to your self-study slide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Each role has a PowerPoint slide deck and a matching PDF. Open the PDF for easy reading;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PowerPoint for presenting or editing.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one task, try it on your own account, then check the result described on the slide.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the guide for your assigned duty. If you have several duties, read each relevant guide.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Choose a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and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No classroom trainer is needed to follow the guides.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CHOOSE YOUR TRAINING GUIDE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CHOOSE YOUR TRAINING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with your everyday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Community members: browsing, accounts, contributions and AI chat.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Students: courses, classes, assignments and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Teachers and lecturers: class setup, assignments, feedback and gradebooks.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Open guide 01, 02 or 03.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CHOOSE YOUR TRAINING GUIDE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CHOOSE YOUR TRAINING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If you prepare or review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Uploaders: draft, attach files, record permission and submit.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Cultural reviewers: check accuracy, request corrections and vote independently.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Content editors: correct returned work. Publishers: check the final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04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05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06 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07 Publish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Open the guide matching your assigned content duty.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CHOOSE YOUR TRAINING GUIDE</a:t>
            </a:r>
          </a:p>
        </p:txBody>
      </p:sp>
      <p:sp>
        <p:nvSpPr>
          <p:cNvPr id="29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CHOOSE YOUR TRAINING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If you manage 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Language administrators: coordinate people and content in an assigned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Super Admins: oversee assigned languages and staff, within their authority.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Master Super Admin: institutional ownership, Super Admin authority and protected system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Open guide 08, 09 or 10. A wider menu does not grant every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CHOOSE YOUR TRAINING GUIDE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CHOOSE YOUR TRAINING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If you use the system for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3-transcri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guide 11 for public sources,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internal-access requests and transcript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researcher interest on your profile is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to read private interviews.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institutional custodian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exporting or reusing restricted material.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Research follows the source’s access and reuse conditions.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CHOOSE YOUR TRAINING GUIDE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CHOOSE YOUR TRAINING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About the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5-mobile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657" y="1460500"/>
            <a:ext cx="1995284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Screens are captured from the current application components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using sample names and practice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They are illustrations of the interface, not evidence that an email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was delivered, a record was published or a live account was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created.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menu and records depend on your assigned access. Phone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computer layouts may place controls differently.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recognise controls without mistaking practice details for real cultural evidence.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CHOOSE YOUR TRAINING GUIDE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CHOOSE YOUR TRAINING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Share the right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Send a person their own role’s PDF or PowerPoint. PDF copies keep the layout consistent.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role decks contain their own account and recovery instructions, so they can be read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independently.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Keep the editable sources for future updates. Review the screenshots again when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application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Distribute the guides as slides, not as a long technical manual.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CHOOSE YOUR TRAINING GUIDE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CHOOSE YOUR TRAINING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Need help while studying?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 missing button, check your assigned role and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 your account administrator.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 failed action, note the screen, button, time and exact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message. Never send your password.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Practise high-impact tasks only in an approved practice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environment. Do not publish or delete real data to test a guide.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administrator can help with a clear description of the problem.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CHOOSE YOUR TRAINING GUIDE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Choose your training guide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